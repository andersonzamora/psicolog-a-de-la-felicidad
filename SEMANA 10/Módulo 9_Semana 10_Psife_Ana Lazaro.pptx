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7" r:id="rId2"/>
    <p:sldId id="457" r:id="rId3"/>
    <p:sldId id="264" r:id="rId4"/>
    <p:sldId id="276" r:id="rId5"/>
    <p:sldId id="266" r:id="rId6"/>
    <p:sldId id="281" r:id="rId7"/>
    <p:sldId id="267" r:id="rId8"/>
    <p:sldId id="273" r:id="rId9"/>
    <p:sldId id="485" r:id="rId10"/>
    <p:sldId id="465" r:id="rId11"/>
    <p:sldId id="468" r:id="rId12"/>
    <p:sldId id="466" r:id="rId13"/>
    <p:sldId id="469" r:id="rId14"/>
    <p:sldId id="453" r:id="rId15"/>
    <p:sldId id="285" r:id="rId16"/>
    <p:sldId id="454" r:id="rId17"/>
    <p:sldId id="286" r:id="rId18"/>
    <p:sldId id="401" r:id="rId19"/>
    <p:sldId id="287" r:id="rId20"/>
    <p:sldId id="289" r:id="rId21"/>
    <p:sldId id="449" r:id="rId22"/>
    <p:sldId id="256" r:id="rId23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171"/>
    <a:srgbClr val="F175EB"/>
    <a:srgbClr val="0000FF"/>
    <a:srgbClr val="99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Estilo temático 1 - Énfasis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653"/>
    <p:restoredTop sz="96327"/>
  </p:normalViewPr>
  <p:slideViewPr>
    <p:cSldViewPr snapToGrid="0" snapToObjects="1">
      <p:cViewPr varScale="1">
        <p:scale>
          <a:sx n="79" d="100"/>
          <a:sy n="79" d="100"/>
        </p:scale>
        <p:origin x="10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ricia Carbajal Destre" userId="2b730d6943a32c43" providerId="LiveId" clId="{F5D39B6D-7805-4551-99FB-78B515AC3CD1}"/>
    <pc:docChg chg="undo custSel addSld delSld modSld">
      <pc:chgData name="Patricia Carbajal Destre" userId="2b730d6943a32c43" providerId="LiveId" clId="{F5D39B6D-7805-4551-99FB-78B515AC3CD1}" dt="2022-05-04T17:28:01.896" v="2896" actId="20577"/>
      <pc:docMkLst>
        <pc:docMk/>
      </pc:docMkLst>
      <pc:sldChg chg="modSp mod">
        <pc:chgData name="Patricia Carbajal Destre" userId="2b730d6943a32c43" providerId="LiveId" clId="{F5D39B6D-7805-4551-99FB-78B515AC3CD1}" dt="2022-04-29T15:00:44.073" v="18" actId="14100"/>
        <pc:sldMkLst>
          <pc:docMk/>
          <pc:sldMk cId="388910451" sldId="264"/>
        </pc:sldMkLst>
        <pc:spChg chg="mod">
          <ac:chgData name="Patricia Carbajal Destre" userId="2b730d6943a32c43" providerId="LiveId" clId="{F5D39B6D-7805-4551-99FB-78B515AC3CD1}" dt="2022-04-29T14:59:56.066" v="11" actId="20577"/>
          <ac:spMkLst>
            <pc:docMk/>
            <pc:sldMk cId="388910451" sldId="264"/>
            <ac:spMk id="2" creationId="{D87E1F38-5FAF-0740-ACC2-7E668903D8FE}"/>
          </ac:spMkLst>
        </pc:spChg>
        <pc:spChg chg="mod">
          <ac:chgData name="Patricia Carbajal Destre" userId="2b730d6943a32c43" providerId="LiveId" clId="{F5D39B6D-7805-4551-99FB-78B515AC3CD1}" dt="2022-04-29T15:00:44.073" v="18" actId="14100"/>
          <ac:spMkLst>
            <pc:docMk/>
            <pc:sldMk cId="388910451" sldId="264"/>
            <ac:spMk id="3" creationId="{FC696BA6-31BD-E445-AB32-5A881A7F6F2B}"/>
          </ac:spMkLst>
        </pc:spChg>
      </pc:sldChg>
      <pc:sldChg chg="modSp mod">
        <pc:chgData name="Patricia Carbajal Destre" userId="2b730d6943a32c43" providerId="LiveId" clId="{F5D39B6D-7805-4551-99FB-78B515AC3CD1}" dt="2022-05-04T16:17:45.397" v="915" actId="20577"/>
        <pc:sldMkLst>
          <pc:docMk/>
          <pc:sldMk cId="2484024739" sldId="267"/>
        </pc:sldMkLst>
        <pc:spChg chg="mod">
          <ac:chgData name="Patricia Carbajal Destre" userId="2b730d6943a32c43" providerId="LiveId" clId="{F5D39B6D-7805-4551-99FB-78B515AC3CD1}" dt="2022-05-04T16:17:45.397" v="915" actId="20577"/>
          <ac:spMkLst>
            <pc:docMk/>
            <pc:sldMk cId="2484024739" sldId="267"/>
            <ac:spMk id="2" creationId="{00000000-0000-0000-0000-000000000000}"/>
          </ac:spMkLst>
        </pc:spChg>
      </pc:sldChg>
      <pc:sldChg chg="modSp mod">
        <pc:chgData name="Patricia Carbajal Destre" userId="2b730d6943a32c43" providerId="LiveId" clId="{F5D39B6D-7805-4551-99FB-78B515AC3CD1}" dt="2022-04-29T15:27:07.570" v="306" actId="20577"/>
        <pc:sldMkLst>
          <pc:docMk/>
          <pc:sldMk cId="2143713235" sldId="273"/>
        </pc:sldMkLst>
        <pc:spChg chg="mod">
          <ac:chgData name="Patricia Carbajal Destre" userId="2b730d6943a32c43" providerId="LiveId" clId="{F5D39B6D-7805-4551-99FB-78B515AC3CD1}" dt="2022-04-29T15:27:07.570" v="306" actId="20577"/>
          <ac:spMkLst>
            <pc:docMk/>
            <pc:sldMk cId="2143713235" sldId="273"/>
            <ac:spMk id="6" creationId="{030CFCB1-C07C-409F-89D4-38B0CD28D4D1}"/>
          </ac:spMkLst>
        </pc:spChg>
      </pc:sldChg>
      <pc:sldChg chg="modSp mod">
        <pc:chgData name="Patricia Carbajal Destre" userId="2b730d6943a32c43" providerId="LiveId" clId="{F5D39B6D-7805-4551-99FB-78B515AC3CD1}" dt="2022-04-29T15:25:58.485" v="249" actId="20577"/>
        <pc:sldMkLst>
          <pc:docMk/>
          <pc:sldMk cId="2555124002" sldId="276"/>
        </pc:sldMkLst>
        <pc:spChg chg="mod">
          <ac:chgData name="Patricia Carbajal Destre" userId="2b730d6943a32c43" providerId="LiveId" clId="{F5D39B6D-7805-4551-99FB-78B515AC3CD1}" dt="2022-04-29T15:25:58.485" v="249" actId="20577"/>
          <ac:spMkLst>
            <pc:docMk/>
            <pc:sldMk cId="2555124002" sldId="276"/>
            <ac:spMk id="3" creationId="{00000000-0000-0000-0000-000000000000}"/>
          </ac:spMkLst>
        </pc:spChg>
      </pc:sldChg>
      <pc:sldChg chg="addSp delSp modSp mod">
        <pc:chgData name="Patricia Carbajal Destre" userId="2b730d6943a32c43" providerId="LiveId" clId="{F5D39B6D-7805-4551-99FB-78B515AC3CD1}" dt="2022-04-29T15:36:06.586" v="307"/>
        <pc:sldMkLst>
          <pc:docMk/>
          <pc:sldMk cId="1500776826" sldId="281"/>
        </pc:sldMkLst>
        <pc:spChg chg="mod">
          <ac:chgData name="Patricia Carbajal Destre" userId="2b730d6943a32c43" providerId="LiveId" clId="{F5D39B6D-7805-4551-99FB-78B515AC3CD1}" dt="2022-04-29T15:36:06.586" v="307"/>
          <ac:spMkLst>
            <pc:docMk/>
            <pc:sldMk cId="1500776826" sldId="281"/>
            <ac:spMk id="4" creationId="{0B628BF8-E047-44AC-A25B-5AD644DCC9AC}"/>
          </ac:spMkLst>
        </pc:spChg>
        <pc:picChg chg="add mod">
          <ac:chgData name="Patricia Carbajal Destre" userId="2b730d6943a32c43" providerId="LiveId" clId="{F5D39B6D-7805-4551-99FB-78B515AC3CD1}" dt="2022-04-29T15:05:49.310" v="23" actId="14100"/>
          <ac:picMkLst>
            <pc:docMk/>
            <pc:sldMk cId="1500776826" sldId="281"/>
            <ac:picMk id="6" creationId="{01AEDE7A-D423-4261-803C-F6735D821CCF}"/>
          </ac:picMkLst>
        </pc:picChg>
        <pc:picChg chg="del">
          <ac:chgData name="Patricia Carbajal Destre" userId="2b730d6943a32c43" providerId="LiveId" clId="{F5D39B6D-7805-4551-99FB-78B515AC3CD1}" dt="2022-04-29T15:05:15.011" v="19" actId="478"/>
          <ac:picMkLst>
            <pc:docMk/>
            <pc:sldMk cId="1500776826" sldId="281"/>
            <ac:picMk id="7" creationId="{2DEED05C-EC17-4545-8DEB-D38C5EA687D2}"/>
          </ac:picMkLst>
        </pc:picChg>
      </pc:sldChg>
      <pc:sldChg chg="modSp mod">
        <pc:chgData name="Patricia Carbajal Destre" userId="2b730d6943a32c43" providerId="LiveId" clId="{F5D39B6D-7805-4551-99FB-78B515AC3CD1}" dt="2022-05-04T17:28:01.896" v="2896" actId="20577"/>
        <pc:sldMkLst>
          <pc:docMk/>
          <pc:sldMk cId="711490237" sldId="285"/>
        </pc:sldMkLst>
        <pc:spChg chg="mod">
          <ac:chgData name="Patricia Carbajal Destre" userId="2b730d6943a32c43" providerId="LiveId" clId="{F5D39B6D-7805-4551-99FB-78B515AC3CD1}" dt="2022-05-04T17:27:02.969" v="2873" actId="20577"/>
          <ac:spMkLst>
            <pc:docMk/>
            <pc:sldMk cId="711490237" sldId="285"/>
            <ac:spMk id="5" creationId="{C31A2534-1584-4A62-B985-22DBB945060C}"/>
          </ac:spMkLst>
        </pc:spChg>
        <pc:spChg chg="mod">
          <ac:chgData name="Patricia Carbajal Destre" userId="2b730d6943a32c43" providerId="LiveId" clId="{F5D39B6D-7805-4551-99FB-78B515AC3CD1}" dt="2022-05-04T17:27:54.129" v="2893" actId="20577"/>
          <ac:spMkLst>
            <pc:docMk/>
            <pc:sldMk cId="711490237" sldId="285"/>
            <ac:spMk id="7" creationId="{0C7B275C-6F7F-40DA-8B46-A3846858D9B0}"/>
          </ac:spMkLst>
        </pc:spChg>
        <pc:spChg chg="mod">
          <ac:chgData name="Patricia Carbajal Destre" userId="2b730d6943a32c43" providerId="LiveId" clId="{F5D39B6D-7805-4551-99FB-78B515AC3CD1}" dt="2022-05-04T17:28:01.896" v="2896" actId="20577"/>
          <ac:spMkLst>
            <pc:docMk/>
            <pc:sldMk cId="711490237" sldId="285"/>
            <ac:spMk id="9" creationId="{E66A589D-BA74-42D4-B04E-C13B479279F0}"/>
          </ac:spMkLst>
        </pc:spChg>
        <pc:spChg chg="mod">
          <ac:chgData name="Patricia Carbajal Destre" userId="2b730d6943a32c43" providerId="LiveId" clId="{F5D39B6D-7805-4551-99FB-78B515AC3CD1}" dt="2022-05-04T17:24:29.754" v="2554" actId="20577"/>
          <ac:spMkLst>
            <pc:docMk/>
            <pc:sldMk cId="711490237" sldId="285"/>
            <ac:spMk id="10" creationId="{12AF3366-310C-4B84-B9B7-C1DAE3E7D361}"/>
          </ac:spMkLst>
        </pc:spChg>
        <pc:spChg chg="mod">
          <ac:chgData name="Patricia Carbajal Destre" userId="2b730d6943a32c43" providerId="LiveId" clId="{F5D39B6D-7805-4551-99FB-78B515AC3CD1}" dt="2022-05-04T17:24:39.268" v="2582" actId="20577"/>
          <ac:spMkLst>
            <pc:docMk/>
            <pc:sldMk cId="711490237" sldId="285"/>
            <ac:spMk id="11" creationId="{7E3E5931-D2A8-4011-A60F-B94DDC5278C0}"/>
          </ac:spMkLst>
        </pc:spChg>
        <pc:spChg chg="mod">
          <ac:chgData name="Patricia Carbajal Destre" userId="2b730d6943a32c43" providerId="LiveId" clId="{F5D39B6D-7805-4551-99FB-78B515AC3CD1}" dt="2022-05-04T17:24:48.496" v="2605" actId="20577"/>
          <ac:spMkLst>
            <pc:docMk/>
            <pc:sldMk cId="711490237" sldId="285"/>
            <ac:spMk id="12" creationId="{AD56EC66-3986-4322-B2BC-35DC3A0D5966}"/>
          </ac:spMkLst>
        </pc:spChg>
      </pc:sldChg>
      <pc:sldChg chg="modSp mod">
        <pc:chgData name="Patricia Carbajal Destre" userId="2b730d6943a32c43" providerId="LiveId" clId="{F5D39B6D-7805-4551-99FB-78B515AC3CD1}" dt="2022-05-04T17:15:00.973" v="1589" actId="20577"/>
        <pc:sldMkLst>
          <pc:docMk/>
          <pc:sldMk cId="3615174595" sldId="287"/>
        </pc:sldMkLst>
        <pc:spChg chg="mod">
          <ac:chgData name="Patricia Carbajal Destre" userId="2b730d6943a32c43" providerId="LiveId" clId="{F5D39B6D-7805-4551-99FB-78B515AC3CD1}" dt="2022-05-04T17:15:00.973" v="1589" actId="20577"/>
          <ac:spMkLst>
            <pc:docMk/>
            <pc:sldMk cId="3615174595" sldId="287"/>
            <ac:spMk id="2" creationId="{00000000-0000-0000-0000-000000000000}"/>
          </ac:spMkLst>
        </pc:spChg>
      </pc:sldChg>
      <pc:sldChg chg="addSp delSp modSp mod">
        <pc:chgData name="Patricia Carbajal Destre" userId="2b730d6943a32c43" providerId="LiveId" clId="{F5D39B6D-7805-4551-99FB-78B515AC3CD1}" dt="2022-05-04T17:14:05.882" v="1584" actId="14100"/>
        <pc:sldMkLst>
          <pc:docMk/>
          <pc:sldMk cId="3186184979" sldId="289"/>
        </pc:sldMkLst>
        <pc:picChg chg="add mod">
          <ac:chgData name="Patricia Carbajal Destre" userId="2b730d6943a32c43" providerId="LiveId" clId="{F5D39B6D-7805-4551-99FB-78B515AC3CD1}" dt="2022-05-04T17:14:05.882" v="1584" actId="14100"/>
          <ac:picMkLst>
            <pc:docMk/>
            <pc:sldMk cId="3186184979" sldId="289"/>
            <ac:picMk id="4" creationId="{E37031D0-1AFE-55B7-0896-9B72F44A210B}"/>
          </ac:picMkLst>
        </pc:picChg>
        <pc:picChg chg="del">
          <ac:chgData name="Patricia Carbajal Destre" userId="2b730d6943a32c43" providerId="LiveId" clId="{F5D39B6D-7805-4551-99FB-78B515AC3CD1}" dt="2022-05-04T17:13:56.178" v="1580" actId="478"/>
          <ac:picMkLst>
            <pc:docMk/>
            <pc:sldMk cId="3186184979" sldId="289"/>
            <ac:picMk id="5" creationId="{C7FAEF14-021A-473A-AFA1-E2F9028F75E2}"/>
          </ac:picMkLst>
        </pc:picChg>
      </pc:sldChg>
      <pc:sldChg chg="addSp delSp modSp mod">
        <pc:chgData name="Patricia Carbajal Destre" userId="2b730d6943a32c43" providerId="LiveId" clId="{F5D39B6D-7805-4551-99FB-78B515AC3CD1}" dt="2022-05-04T17:05:39.782" v="1377" actId="14100"/>
        <pc:sldMkLst>
          <pc:docMk/>
          <pc:sldMk cId="3418732785" sldId="446"/>
        </pc:sldMkLst>
        <pc:picChg chg="del">
          <ac:chgData name="Patricia Carbajal Destre" userId="2b730d6943a32c43" providerId="LiveId" clId="{F5D39B6D-7805-4551-99FB-78B515AC3CD1}" dt="2022-05-04T17:01:13.300" v="1366" actId="478"/>
          <ac:picMkLst>
            <pc:docMk/>
            <pc:sldMk cId="3418732785" sldId="446"/>
            <ac:picMk id="4" creationId="{5CA4961E-0083-458B-B461-05486AF8ADB3}"/>
          </ac:picMkLst>
        </pc:picChg>
        <pc:picChg chg="add mod">
          <ac:chgData name="Patricia Carbajal Destre" userId="2b730d6943a32c43" providerId="LiveId" clId="{F5D39B6D-7805-4551-99FB-78B515AC3CD1}" dt="2022-05-04T17:05:39.782" v="1377" actId="14100"/>
          <ac:picMkLst>
            <pc:docMk/>
            <pc:sldMk cId="3418732785" sldId="446"/>
            <ac:picMk id="5" creationId="{624E7F1A-CE9F-C493-1F3C-17CA328EFB70}"/>
          </ac:picMkLst>
        </pc:picChg>
        <pc:picChg chg="del">
          <ac:chgData name="Patricia Carbajal Destre" userId="2b730d6943a32c43" providerId="LiveId" clId="{F5D39B6D-7805-4551-99FB-78B515AC3CD1}" dt="2022-05-04T17:01:14.867" v="1367" actId="478"/>
          <ac:picMkLst>
            <pc:docMk/>
            <pc:sldMk cId="3418732785" sldId="446"/>
            <ac:picMk id="7" creationId="{68950569-BAB1-40B4-B3AC-7666A4614FE3}"/>
          </ac:picMkLst>
        </pc:picChg>
        <pc:picChg chg="add mod">
          <ac:chgData name="Patricia Carbajal Destre" userId="2b730d6943a32c43" providerId="LiveId" clId="{F5D39B6D-7805-4551-99FB-78B515AC3CD1}" dt="2022-05-04T17:05:34.251" v="1376" actId="14100"/>
          <ac:picMkLst>
            <pc:docMk/>
            <pc:sldMk cId="3418732785" sldId="446"/>
            <ac:picMk id="8" creationId="{5B5A109C-AEF8-58BC-8CF2-1EB840BA8263}"/>
          </ac:picMkLst>
        </pc:picChg>
      </pc:sldChg>
      <pc:sldChg chg="delSp modSp mod">
        <pc:chgData name="Patricia Carbajal Destre" userId="2b730d6943a32c43" providerId="LiveId" clId="{F5D39B6D-7805-4551-99FB-78B515AC3CD1}" dt="2022-05-04T17:26:12.513" v="2773" actId="20577"/>
        <pc:sldMkLst>
          <pc:docMk/>
          <pc:sldMk cId="4067084956" sldId="453"/>
        </pc:sldMkLst>
        <pc:spChg chg="mod">
          <ac:chgData name="Patricia Carbajal Destre" userId="2b730d6943a32c43" providerId="LiveId" clId="{F5D39B6D-7805-4551-99FB-78B515AC3CD1}" dt="2022-05-04T17:26:12.513" v="2773" actId="20577"/>
          <ac:spMkLst>
            <pc:docMk/>
            <pc:sldMk cId="4067084956" sldId="453"/>
            <ac:spMk id="13" creationId="{094318B6-5776-4F74-8790-C8AC96C1F8B9}"/>
          </ac:spMkLst>
        </pc:spChg>
        <pc:picChg chg="del">
          <ac:chgData name="Patricia Carbajal Destre" userId="2b730d6943a32c43" providerId="LiveId" clId="{F5D39B6D-7805-4551-99FB-78B515AC3CD1}" dt="2022-05-04T16:55:53.010" v="1190" actId="478"/>
          <ac:picMkLst>
            <pc:docMk/>
            <pc:sldMk cId="4067084956" sldId="453"/>
            <ac:picMk id="5" creationId="{679B291A-E6FD-4F9F-9B9E-87E41118C2BF}"/>
          </ac:picMkLst>
        </pc:picChg>
        <pc:picChg chg="del">
          <ac:chgData name="Patricia Carbajal Destre" userId="2b730d6943a32c43" providerId="LiveId" clId="{F5D39B6D-7805-4551-99FB-78B515AC3CD1}" dt="2022-05-04T16:55:33.388" v="1187" actId="478"/>
          <ac:picMkLst>
            <pc:docMk/>
            <pc:sldMk cId="4067084956" sldId="453"/>
            <ac:picMk id="10" creationId="{19260DE6-787D-47DA-B50E-22BEDBEC6FD8}"/>
          </ac:picMkLst>
        </pc:picChg>
        <pc:picChg chg="del">
          <ac:chgData name="Patricia Carbajal Destre" userId="2b730d6943a32c43" providerId="LiveId" clId="{F5D39B6D-7805-4551-99FB-78B515AC3CD1}" dt="2022-05-04T16:55:45.443" v="1189" actId="478"/>
          <ac:picMkLst>
            <pc:docMk/>
            <pc:sldMk cId="4067084956" sldId="453"/>
            <ac:picMk id="16" creationId="{02FFFB8E-849B-41DC-AF06-D27755CD4502}"/>
          </ac:picMkLst>
        </pc:picChg>
        <pc:picChg chg="del">
          <ac:chgData name="Patricia Carbajal Destre" userId="2b730d6943a32c43" providerId="LiveId" clId="{F5D39B6D-7805-4551-99FB-78B515AC3CD1}" dt="2022-05-04T16:55:35.110" v="1188" actId="478"/>
          <ac:picMkLst>
            <pc:docMk/>
            <pc:sldMk cId="4067084956" sldId="453"/>
            <ac:picMk id="17" creationId="{CAF9F22B-0F04-4EA2-8325-BF334703F159}"/>
          </ac:picMkLst>
        </pc:picChg>
        <pc:picChg chg="del">
          <ac:chgData name="Patricia Carbajal Destre" userId="2b730d6943a32c43" providerId="LiveId" clId="{F5D39B6D-7805-4551-99FB-78B515AC3CD1}" dt="2022-05-04T16:55:31.386" v="1186" actId="478"/>
          <ac:picMkLst>
            <pc:docMk/>
            <pc:sldMk cId="4067084956" sldId="453"/>
            <ac:picMk id="2052" creationId="{03073E68-E998-4D3C-964A-3902F2F2B46C}"/>
          </ac:picMkLst>
        </pc:picChg>
      </pc:sldChg>
      <pc:sldChg chg="addSp delSp modSp mod">
        <pc:chgData name="Patricia Carbajal Destre" userId="2b730d6943a32c43" providerId="LiveId" clId="{F5D39B6D-7805-4551-99FB-78B515AC3CD1}" dt="2022-05-04T17:01:03.152" v="1365" actId="1076"/>
        <pc:sldMkLst>
          <pc:docMk/>
          <pc:sldMk cId="3435897174" sldId="454"/>
        </pc:sldMkLst>
        <pc:spChg chg="mod">
          <ac:chgData name="Patricia Carbajal Destre" userId="2b730d6943a32c43" providerId="LiveId" clId="{F5D39B6D-7805-4551-99FB-78B515AC3CD1}" dt="2022-05-04T16:59:50.248" v="1290" actId="1076"/>
          <ac:spMkLst>
            <pc:docMk/>
            <pc:sldMk cId="3435897174" sldId="454"/>
            <ac:spMk id="10" creationId="{BCF7F98C-7752-4250-A000-900DB715BBC2}"/>
          </ac:spMkLst>
        </pc:spChg>
        <pc:spChg chg="add mod">
          <ac:chgData name="Patricia Carbajal Destre" userId="2b730d6943a32c43" providerId="LiveId" clId="{F5D39B6D-7805-4551-99FB-78B515AC3CD1}" dt="2022-05-04T17:01:03.152" v="1365" actId="1076"/>
          <ac:spMkLst>
            <pc:docMk/>
            <pc:sldMk cId="3435897174" sldId="454"/>
            <ac:spMk id="12" creationId="{9533DFB5-5833-E311-28BD-883E42671D12}"/>
          </ac:spMkLst>
        </pc:spChg>
        <pc:spChg chg="mod">
          <ac:chgData name="Patricia Carbajal Destre" userId="2b730d6943a32c43" providerId="LiveId" clId="{F5D39B6D-7805-4551-99FB-78B515AC3CD1}" dt="2022-05-04T16:59:54.653" v="1292" actId="1076"/>
          <ac:spMkLst>
            <pc:docMk/>
            <pc:sldMk cId="3435897174" sldId="454"/>
            <ac:spMk id="13" creationId="{E3272648-AC5B-4AE2-81CB-5B2945821554}"/>
          </ac:spMkLst>
        </pc:spChg>
        <pc:spChg chg="del mod">
          <ac:chgData name="Patricia Carbajal Destre" userId="2b730d6943a32c43" providerId="LiveId" clId="{F5D39B6D-7805-4551-99FB-78B515AC3CD1}" dt="2022-05-04T16:56:33.367" v="1196" actId="478"/>
          <ac:spMkLst>
            <pc:docMk/>
            <pc:sldMk cId="3435897174" sldId="454"/>
            <ac:spMk id="15" creationId="{4CB4C529-AA92-4DFF-9E6C-B37810AEBAB1}"/>
          </ac:spMkLst>
        </pc:spChg>
        <pc:spChg chg="mod">
          <ac:chgData name="Patricia Carbajal Destre" userId="2b730d6943a32c43" providerId="LiveId" clId="{F5D39B6D-7805-4551-99FB-78B515AC3CD1}" dt="2022-05-04T16:58:30.809" v="1221" actId="20577"/>
          <ac:spMkLst>
            <pc:docMk/>
            <pc:sldMk cId="3435897174" sldId="454"/>
            <ac:spMk id="20" creationId="{AA1F9BD5-DDCA-4AD0-AB53-C7EF281EA222}"/>
          </ac:spMkLst>
        </pc:spChg>
        <pc:picChg chg="add mod">
          <ac:chgData name="Patricia Carbajal Destre" userId="2b730d6943a32c43" providerId="LiveId" clId="{F5D39B6D-7805-4551-99FB-78B515AC3CD1}" dt="2022-05-04T17:01:00.869" v="1364" actId="1076"/>
          <ac:picMkLst>
            <pc:docMk/>
            <pc:sldMk cId="3435897174" sldId="454"/>
            <ac:picMk id="2" creationId="{8A9515B0-741C-6123-ABEE-998AF83919ED}"/>
          </ac:picMkLst>
        </pc:picChg>
        <pc:picChg chg="mod">
          <ac:chgData name="Patricia Carbajal Destre" userId="2b730d6943a32c43" providerId="LiveId" clId="{F5D39B6D-7805-4551-99FB-78B515AC3CD1}" dt="2022-05-04T17:00:33.929" v="1361" actId="1076"/>
          <ac:picMkLst>
            <pc:docMk/>
            <pc:sldMk cId="3435897174" sldId="454"/>
            <ac:picMk id="11" creationId="{3DFEDBF6-B5F9-462B-81A1-F724D844A9E1}"/>
          </ac:picMkLst>
        </pc:picChg>
        <pc:picChg chg="del">
          <ac:chgData name="Patricia Carbajal Destre" userId="2b730d6943a32c43" providerId="LiveId" clId="{F5D39B6D-7805-4551-99FB-78B515AC3CD1}" dt="2022-05-04T16:56:20.452" v="1193" actId="478"/>
          <ac:picMkLst>
            <pc:docMk/>
            <pc:sldMk cId="3435897174" sldId="454"/>
            <ac:picMk id="14" creationId="{C94B0F07-10FC-4629-BE74-1073A9C8E617}"/>
          </ac:picMkLst>
        </pc:picChg>
      </pc:sldChg>
      <pc:sldChg chg="modSp mod">
        <pc:chgData name="Patricia Carbajal Destre" userId="2b730d6943a32c43" providerId="LiveId" clId="{F5D39B6D-7805-4551-99FB-78B515AC3CD1}" dt="2022-04-29T14:59:38.529" v="9" actId="20577"/>
        <pc:sldMkLst>
          <pc:docMk/>
          <pc:sldMk cId="2257768959" sldId="457"/>
        </pc:sldMkLst>
        <pc:spChg chg="mod">
          <ac:chgData name="Patricia Carbajal Destre" userId="2b730d6943a32c43" providerId="LiveId" clId="{F5D39B6D-7805-4551-99FB-78B515AC3CD1}" dt="2022-04-29T14:59:30.959" v="3" actId="20577"/>
          <ac:spMkLst>
            <pc:docMk/>
            <pc:sldMk cId="2257768959" sldId="457"/>
            <ac:spMk id="5" creationId="{00000000-0000-0000-0000-000000000000}"/>
          </ac:spMkLst>
        </pc:spChg>
        <pc:spChg chg="mod">
          <ac:chgData name="Patricia Carbajal Destre" userId="2b730d6943a32c43" providerId="LiveId" clId="{F5D39B6D-7805-4551-99FB-78B515AC3CD1}" dt="2022-04-29T14:59:34.802" v="5" actId="20577"/>
          <ac:spMkLst>
            <pc:docMk/>
            <pc:sldMk cId="2257768959" sldId="457"/>
            <ac:spMk id="9" creationId="{C4130B1F-069F-4AE6-A654-6560BA71CC4E}"/>
          </ac:spMkLst>
        </pc:spChg>
        <pc:spChg chg="mod">
          <ac:chgData name="Patricia Carbajal Destre" userId="2b730d6943a32c43" providerId="LiveId" clId="{F5D39B6D-7805-4551-99FB-78B515AC3CD1}" dt="2022-04-29T14:59:38.529" v="9" actId="20577"/>
          <ac:spMkLst>
            <pc:docMk/>
            <pc:sldMk cId="2257768959" sldId="457"/>
            <ac:spMk id="10" creationId="{3E9093F9-04FC-4C57-AA34-C9D918BE8580}"/>
          </ac:spMkLst>
        </pc:spChg>
      </pc:sldChg>
      <pc:sldChg chg="addSp delSp modSp mod">
        <pc:chgData name="Patricia Carbajal Destre" userId="2b730d6943a32c43" providerId="LiveId" clId="{F5D39B6D-7805-4551-99FB-78B515AC3CD1}" dt="2022-05-04T16:05:50.117" v="407" actId="14100"/>
        <pc:sldMkLst>
          <pc:docMk/>
          <pc:sldMk cId="1208560572" sldId="465"/>
        </pc:sldMkLst>
        <pc:spChg chg="del">
          <ac:chgData name="Patricia Carbajal Destre" userId="2b730d6943a32c43" providerId="LiveId" clId="{F5D39B6D-7805-4551-99FB-78B515AC3CD1}" dt="2022-05-04T15:59:42.865" v="318" actId="478"/>
          <ac:spMkLst>
            <pc:docMk/>
            <pc:sldMk cId="1208560572" sldId="465"/>
            <ac:spMk id="6" creationId="{63FCD595-0EE9-4B13-8B5C-367C694B801E}"/>
          </ac:spMkLst>
        </pc:spChg>
        <pc:spChg chg="mod">
          <ac:chgData name="Patricia Carbajal Destre" userId="2b730d6943a32c43" providerId="LiveId" clId="{F5D39B6D-7805-4551-99FB-78B515AC3CD1}" dt="2022-05-04T16:00:20.194" v="375" actId="313"/>
          <ac:spMkLst>
            <pc:docMk/>
            <pc:sldMk cId="1208560572" sldId="465"/>
            <ac:spMk id="24" creationId="{8709B39F-A278-4F09-B55A-02F3B2372B8A}"/>
          </ac:spMkLst>
        </pc:spChg>
        <pc:spChg chg="del">
          <ac:chgData name="Patricia Carbajal Destre" userId="2b730d6943a32c43" providerId="LiveId" clId="{F5D39B6D-7805-4551-99FB-78B515AC3CD1}" dt="2022-05-04T15:59:38.785" v="317" actId="478"/>
          <ac:spMkLst>
            <pc:docMk/>
            <pc:sldMk cId="1208560572" sldId="465"/>
            <ac:spMk id="28" creationId="{B18BFE4F-B7C8-45A6-819B-FE0D8F5B69A4}"/>
          </ac:spMkLst>
        </pc:spChg>
        <pc:graphicFrameChg chg="add mod">
          <ac:chgData name="Patricia Carbajal Destre" userId="2b730d6943a32c43" providerId="LiveId" clId="{F5D39B6D-7805-4551-99FB-78B515AC3CD1}" dt="2022-05-04T16:05:29.877" v="401" actId="1076"/>
          <ac:graphicFrameMkLst>
            <pc:docMk/>
            <pc:sldMk cId="1208560572" sldId="465"/>
            <ac:graphicFrameMk id="10" creationId="{9979F8AD-F7BE-5C26-B437-5DD4C6F7B5A4}"/>
          </ac:graphicFrameMkLst>
        </pc:graphicFrameChg>
        <pc:picChg chg="del">
          <ac:chgData name="Patricia Carbajal Destre" userId="2b730d6943a32c43" providerId="LiveId" clId="{F5D39B6D-7805-4551-99FB-78B515AC3CD1}" dt="2022-05-04T15:59:34.408" v="316" actId="478"/>
          <ac:picMkLst>
            <pc:docMk/>
            <pc:sldMk cId="1208560572" sldId="465"/>
            <ac:picMk id="2" creationId="{B2BFA8A2-BACD-41EA-8429-C55B3587F5EF}"/>
          </ac:picMkLst>
        </pc:picChg>
        <pc:picChg chg="add mod">
          <ac:chgData name="Patricia Carbajal Destre" userId="2b730d6943a32c43" providerId="LiveId" clId="{F5D39B6D-7805-4551-99FB-78B515AC3CD1}" dt="2022-05-04T16:05:32.829" v="402" actId="1076"/>
          <ac:picMkLst>
            <pc:docMk/>
            <pc:sldMk cId="1208560572" sldId="465"/>
            <ac:picMk id="3" creationId="{DE13685B-3D60-B954-8CE7-DCEF37AE096C}"/>
          </ac:picMkLst>
        </pc:picChg>
        <pc:picChg chg="add mod">
          <ac:chgData name="Patricia Carbajal Destre" userId="2b730d6943a32c43" providerId="LiveId" clId="{F5D39B6D-7805-4551-99FB-78B515AC3CD1}" dt="2022-05-04T16:05:35.548" v="403" actId="1076"/>
          <ac:picMkLst>
            <pc:docMk/>
            <pc:sldMk cId="1208560572" sldId="465"/>
            <ac:picMk id="7" creationId="{54FC911E-C33E-5801-AB35-374721837E84}"/>
          </ac:picMkLst>
        </pc:picChg>
        <pc:picChg chg="add mod">
          <ac:chgData name="Patricia Carbajal Destre" userId="2b730d6943a32c43" providerId="LiveId" clId="{F5D39B6D-7805-4551-99FB-78B515AC3CD1}" dt="2022-05-04T16:05:37.907" v="404" actId="1076"/>
          <ac:picMkLst>
            <pc:docMk/>
            <pc:sldMk cId="1208560572" sldId="465"/>
            <ac:picMk id="8" creationId="{609247A5-4DCC-302B-BFFC-24271DF371A5}"/>
          </ac:picMkLst>
        </pc:picChg>
        <pc:picChg chg="add mod">
          <ac:chgData name="Patricia Carbajal Destre" userId="2b730d6943a32c43" providerId="LiveId" clId="{F5D39B6D-7805-4551-99FB-78B515AC3CD1}" dt="2022-05-04T16:05:50.117" v="407" actId="14100"/>
          <ac:picMkLst>
            <pc:docMk/>
            <pc:sldMk cId="1208560572" sldId="465"/>
            <ac:picMk id="11" creationId="{40BFF18B-AEA7-4604-C616-EEA20537ADB4}"/>
          </ac:picMkLst>
        </pc:picChg>
        <pc:picChg chg="del">
          <ac:chgData name="Patricia Carbajal Destre" userId="2b730d6943a32c43" providerId="LiveId" clId="{F5D39B6D-7805-4551-99FB-78B515AC3CD1}" dt="2022-05-04T15:59:54.953" v="321" actId="478"/>
          <ac:picMkLst>
            <pc:docMk/>
            <pc:sldMk cId="1208560572" sldId="465"/>
            <ac:picMk id="26" creationId="{A153ECC3-8176-40C3-AE57-9C0C0ECC70E0}"/>
          </ac:picMkLst>
        </pc:picChg>
        <pc:picChg chg="del">
          <ac:chgData name="Patricia Carbajal Destre" userId="2b730d6943a32c43" providerId="LiveId" clId="{F5D39B6D-7805-4551-99FB-78B515AC3CD1}" dt="2022-05-04T15:59:52.860" v="320" actId="478"/>
          <ac:picMkLst>
            <pc:docMk/>
            <pc:sldMk cId="1208560572" sldId="465"/>
            <ac:picMk id="1026" creationId="{4D8BAD17-CAE3-4C91-8E2F-9323EA59408B}"/>
          </ac:picMkLst>
        </pc:picChg>
      </pc:sldChg>
      <pc:sldChg chg="addSp delSp modSp mod">
        <pc:chgData name="Patricia Carbajal Destre" userId="2b730d6943a32c43" providerId="LiveId" clId="{F5D39B6D-7805-4551-99FB-78B515AC3CD1}" dt="2022-05-04T16:35:16.107" v="945" actId="14100"/>
        <pc:sldMkLst>
          <pc:docMk/>
          <pc:sldMk cId="4220405406" sldId="466"/>
        </pc:sldMkLst>
        <pc:spChg chg="del mod">
          <ac:chgData name="Patricia Carbajal Destre" userId="2b730d6943a32c43" providerId="LiveId" clId="{F5D39B6D-7805-4551-99FB-78B515AC3CD1}" dt="2022-05-04T16:24:40.285" v="924" actId="478"/>
          <ac:spMkLst>
            <pc:docMk/>
            <pc:sldMk cId="4220405406" sldId="466"/>
            <ac:spMk id="6" creationId="{63FCD595-0EE9-4B13-8B5C-367C694B801E}"/>
          </ac:spMkLst>
        </pc:spChg>
        <pc:spChg chg="del">
          <ac:chgData name="Patricia Carbajal Destre" userId="2b730d6943a32c43" providerId="LiveId" clId="{F5D39B6D-7805-4551-99FB-78B515AC3CD1}" dt="2022-05-04T16:24:20.760" v="917" actId="478"/>
          <ac:spMkLst>
            <pc:docMk/>
            <pc:sldMk cId="4220405406" sldId="466"/>
            <ac:spMk id="10" creationId="{E05CCEB7-892B-424E-8593-50BC20405CB4}"/>
          </ac:spMkLst>
        </pc:spChg>
        <pc:spChg chg="del">
          <ac:chgData name="Patricia Carbajal Destre" userId="2b730d6943a32c43" providerId="LiveId" clId="{F5D39B6D-7805-4551-99FB-78B515AC3CD1}" dt="2022-05-04T16:24:25.277" v="918" actId="478"/>
          <ac:spMkLst>
            <pc:docMk/>
            <pc:sldMk cId="4220405406" sldId="466"/>
            <ac:spMk id="11" creationId="{D912D781-36E4-4638-A912-7FEC8A0D6649}"/>
          </ac:spMkLst>
        </pc:spChg>
        <pc:spChg chg="del">
          <ac:chgData name="Patricia Carbajal Destre" userId="2b730d6943a32c43" providerId="LiveId" clId="{F5D39B6D-7805-4551-99FB-78B515AC3CD1}" dt="2022-05-04T16:24:30.465" v="920" actId="478"/>
          <ac:spMkLst>
            <pc:docMk/>
            <pc:sldMk cId="4220405406" sldId="466"/>
            <ac:spMk id="12" creationId="{7872FAB4-5447-4DAF-842F-03FC68A7FB4C}"/>
          </ac:spMkLst>
        </pc:spChg>
        <pc:spChg chg="del">
          <ac:chgData name="Patricia Carbajal Destre" userId="2b730d6943a32c43" providerId="LiveId" clId="{F5D39B6D-7805-4551-99FB-78B515AC3CD1}" dt="2022-05-04T16:24:32.916" v="921" actId="478"/>
          <ac:spMkLst>
            <pc:docMk/>
            <pc:sldMk cId="4220405406" sldId="466"/>
            <ac:spMk id="13" creationId="{EAFEADCF-129A-45B2-A1F4-6D67857589E0}"/>
          </ac:spMkLst>
        </pc:spChg>
        <pc:spChg chg="del">
          <ac:chgData name="Patricia Carbajal Destre" userId="2b730d6943a32c43" providerId="LiveId" clId="{F5D39B6D-7805-4551-99FB-78B515AC3CD1}" dt="2022-05-04T16:24:35.669" v="922" actId="478"/>
          <ac:spMkLst>
            <pc:docMk/>
            <pc:sldMk cId="4220405406" sldId="466"/>
            <ac:spMk id="14" creationId="{031305B2-DD0E-46F9-8F60-3690EE003166}"/>
          </ac:spMkLst>
        </pc:spChg>
        <pc:picChg chg="add mod">
          <ac:chgData name="Patricia Carbajal Destre" userId="2b730d6943a32c43" providerId="LiveId" clId="{F5D39B6D-7805-4551-99FB-78B515AC3CD1}" dt="2022-05-04T16:34:36.076" v="942" actId="1076"/>
          <ac:picMkLst>
            <pc:docMk/>
            <pc:sldMk cId="4220405406" sldId="466"/>
            <ac:picMk id="3" creationId="{0108049F-F632-55F6-7F9C-110A2D86E1DC}"/>
          </ac:picMkLst>
        </pc:picChg>
        <pc:picChg chg="del">
          <ac:chgData name="Patricia Carbajal Destre" userId="2b730d6943a32c43" providerId="LiveId" clId="{F5D39B6D-7805-4551-99FB-78B515AC3CD1}" dt="2022-05-04T16:24:17.306" v="916" actId="478"/>
          <ac:picMkLst>
            <pc:docMk/>
            <pc:sldMk cId="4220405406" sldId="466"/>
            <ac:picMk id="7" creationId="{4A1DB0DE-6145-4DAD-9F21-2D091292FAAB}"/>
          </ac:picMkLst>
        </pc:picChg>
        <pc:picChg chg="add mod">
          <ac:chgData name="Patricia Carbajal Destre" userId="2b730d6943a32c43" providerId="LiveId" clId="{F5D39B6D-7805-4551-99FB-78B515AC3CD1}" dt="2022-05-04T16:35:16.107" v="945" actId="14100"/>
          <ac:picMkLst>
            <pc:docMk/>
            <pc:sldMk cId="4220405406" sldId="466"/>
            <ac:picMk id="9" creationId="{7FDD37CE-0E66-6CD6-28CA-E20A7F77622C}"/>
          </ac:picMkLst>
        </pc:picChg>
        <pc:picChg chg="del">
          <ac:chgData name="Patricia Carbajal Destre" userId="2b730d6943a32c43" providerId="LiveId" clId="{F5D39B6D-7805-4551-99FB-78B515AC3CD1}" dt="2022-05-04T16:24:27.040" v="919" actId="478"/>
          <ac:picMkLst>
            <pc:docMk/>
            <pc:sldMk cId="4220405406" sldId="466"/>
            <ac:picMk id="15" creationId="{81B6D2BC-DDA7-4578-B345-EA7963261705}"/>
          </ac:picMkLst>
        </pc:picChg>
      </pc:sldChg>
      <pc:sldChg chg="delSp del mod">
        <pc:chgData name="Patricia Carbajal Destre" userId="2b730d6943a32c43" providerId="LiveId" clId="{F5D39B6D-7805-4551-99FB-78B515AC3CD1}" dt="2022-05-04T16:36:22.055" v="947" actId="2696"/>
        <pc:sldMkLst>
          <pc:docMk/>
          <pc:sldMk cId="1155548341" sldId="467"/>
        </pc:sldMkLst>
        <pc:spChg chg="del">
          <ac:chgData name="Patricia Carbajal Destre" userId="2b730d6943a32c43" providerId="LiveId" clId="{F5D39B6D-7805-4551-99FB-78B515AC3CD1}" dt="2022-05-04T16:33:18.577" v="940" actId="478"/>
          <ac:spMkLst>
            <pc:docMk/>
            <pc:sldMk cId="1155548341" sldId="467"/>
            <ac:spMk id="10" creationId="{2339F563-9793-4AE9-BF7E-285D4039829C}"/>
          </ac:spMkLst>
        </pc:spChg>
      </pc:sldChg>
      <pc:sldChg chg="addSp delSp modSp mod">
        <pc:chgData name="Patricia Carbajal Destre" userId="2b730d6943a32c43" providerId="LiveId" clId="{F5D39B6D-7805-4551-99FB-78B515AC3CD1}" dt="2022-05-04T16:09:22.189" v="437" actId="14100"/>
        <pc:sldMkLst>
          <pc:docMk/>
          <pc:sldMk cId="2863056443" sldId="468"/>
        </pc:sldMkLst>
        <pc:spChg chg="del mod">
          <ac:chgData name="Patricia Carbajal Destre" userId="2b730d6943a32c43" providerId="LiveId" clId="{F5D39B6D-7805-4551-99FB-78B515AC3CD1}" dt="2022-05-04T16:08:28.403" v="430" actId="478"/>
          <ac:spMkLst>
            <pc:docMk/>
            <pc:sldMk cId="2863056443" sldId="468"/>
            <ac:spMk id="6" creationId="{63FCD595-0EE9-4B13-8B5C-367C694B801E}"/>
          </ac:spMkLst>
        </pc:spChg>
        <pc:spChg chg="del">
          <ac:chgData name="Patricia Carbajal Destre" userId="2b730d6943a32c43" providerId="LiveId" clId="{F5D39B6D-7805-4551-99FB-78B515AC3CD1}" dt="2022-05-04T16:07:34.574" v="410" actId="478"/>
          <ac:spMkLst>
            <pc:docMk/>
            <pc:sldMk cId="2863056443" sldId="468"/>
            <ac:spMk id="14" creationId="{1A3E42D9-C722-443A-BF3F-6CA0A682D7C1}"/>
          </ac:spMkLst>
        </pc:spChg>
        <pc:spChg chg="del">
          <ac:chgData name="Patricia Carbajal Destre" userId="2b730d6943a32c43" providerId="LiveId" clId="{F5D39B6D-7805-4551-99FB-78B515AC3CD1}" dt="2022-05-04T16:08:22.263" v="420" actId="478"/>
          <ac:spMkLst>
            <pc:docMk/>
            <pc:sldMk cId="2863056443" sldId="468"/>
            <ac:spMk id="15" creationId="{08C8EC49-1AEC-4A84-9B38-E57D3689F4FC}"/>
          </ac:spMkLst>
        </pc:spChg>
        <pc:spChg chg="del">
          <ac:chgData name="Patricia Carbajal Destre" userId="2b730d6943a32c43" providerId="LiveId" clId="{F5D39B6D-7805-4551-99FB-78B515AC3CD1}" dt="2022-05-04T16:08:20.102" v="419" actId="478"/>
          <ac:spMkLst>
            <pc:docMk/>
            <pc:sldMk cId="2863056443" sldId="468"/>
            <ac:spMk id="16" creationId="{E165D808-747F-48D4-8739-6C7DEA2B74D9}"/>
          </ac:spMkLst>
        </pc:spChg>
        <pc:spChg chg="del">
          <ac:chgData name="Patricia Carbajal Destre" userId="2b730d6943a32c43" providerId="LiveId" clId="{F5D39B6D-7805-4551-99FB-78B515AC3CD1}" dt="2022-05-04T16:07:41.819" v="412" actId="478"/>
          <ac:spMkLst>
            <pc:docMk/>
            <pc:sldMk cId="2863056443" sldId="468"/>
            <ac:spMk id="17" creationId="{33EBCE85-FEC7-4A1D-B3D6-68D9A0BD8A7D}"/>
          </ac:spMkLst>
        </pc:spChg>
        <pc:spChg chg="del">
          <ac:chgData name="Patricia Carbajal Destre" userId="2b730d6943a32c43" providerId="LiveId" clId="{F5D39B6D-7805-4551-99FB-78B515AC3CD1}" dt="2022-05-04T16:07:43.661" v="415" actId="478"/>
          <ac:spMkLst>
            <pc:docMk/>
            <pc:sldMk cId="2863056443" sldId="468"/>
            <ac:spMk id="18" creationId="{2BB39B0E-D689-4EEC-9983-2DC0E34CB350}"/>
          </ac:spMkLst>
        </pc:spChg>
        <pc:spChg chg="del">
          <ac:chgData name="Patricia Carbajal Destre" userId="2b730d6943a32c43" providerId="LiveId" clId="{F5D39B6D-7805-4551-99FB-78B515AC3CD1}" dt="2022-05-04T16:07:47.895" v="416" actId="478"/>
          <ac:spMkLst>
            <pc:docMk/>
            <pc:sldMk cId="2863056443" sldId="468"/>
            <ac:spMk id="19" creationId="{E257B49B-0C0A-4F6B-9504-C6835FA0EDF9}"/>
          </ac:spMkLst>
        </pc:spChg>
        <pc:spChg chg="del mod">
          <ac:chgData name="Patricia Carbajal Destre" userId="2b730d6943a32c43" providerId="LiveId" clId="{F5D39B6D-7805-4551-99FB-78B515AC3CD1}" dt="2022-05-04T16:07:41.918" v="414"/>
          <ac:spMkLst>
            <pc:docMk/>
            <pc:sldMk cId="2863056443" sldId="468"/>
            <ac:spMk id="23" creationId="{3369D525-B05F-4BBC-A640-05E5B95DB97C}"/>
          </ac:spMkLst>
        </pc:spChg>
        <pc:picChg chg="del">
          <ac:chgData name="Patricia Carbajal Destre" userId="2b730d6943a32c43" providerId="LiveId" clId="{F5D39B6D-7805-4551-99FB-78B515AC3CD1}" dt="2022-05-04T16:07:31.627" v="409" actId="478"/>
          <ac:picMkLst>
            <pc:docMk/>
            <pc:sldMk cId="2863056443" sldId="468"/>
            <ac:picMk id="2" creationId="{0BA2CB52-2CD4-415C-964F-75A48D19B1E0}"/>
          </ac:picMkLst>
        </pc:picChg>
        <pc:picChg chg="add mod">
          <ac:chgData name="Patricia Carbajal Destre" userId="2b730d6943a32c43" providerId="LiveId" clId="{F5D39B6D-7805-4551-99FB-78B515AC3CD1}" dt="2022-05-04T16:09:22.189" v="437" actId="14100"/>
          <ac:picMkLst>
            <pc:docMk/>
            <pc:sldMk cId="2863056443" sldId="468"/>
            <ac:picMk id="7" creationId="{38384775-EC7A-5E52-9DB4-D28E02E72E84}"/>
          </ac:picMkLst>
        </pc:picChg>
        <pc:picChg chg="del">
          <ac:chgData name="Patricia Carbajal Destre" userId="2b730d6943a32c43" providerId="LiveId" clId="{F5D39B6D-7805-4551-99FB-78B515AC3CD1}" dt="2022-05-04T16:07:29.877" v="408" actId="478"/>
          <ac:picMkLst>
            <pc:docMk/>
            <pc:sldMk cId="2863056443" sldId="468"/>
            <ac:picMk id="24" creationId="{AD73B773-46CC-4866-BAFD-66A92350EB5D}"/>
          </ac:picMkLst>
        </pc:picChg>
        <pc:cxnChg chg="del">
          <ac:chgData name="Patricia Carbajal Destre" userId="2b730d6943a32c43" providerId="LiveId" clId="{F5D39B6D-7805-4551-99FB-78B515AC3CD1}" dt="2022-05-04T16:07:53.477" v="418" actId="478"/>
          <ac:cxnSpMkLst>
            <pc:docMk/>
            <pc:sldMk cId="2863056443" sldId="468"/>
            <ac:cxnSpMk id="20" creationId="{6B41A254-D54D-46BF-9BB6-3ED49328002D}"/>
          </ac:cxnSpMkLst>
        </pc:cxnChg>
        <pc:cxnChg chg="del">
          <ac:chgData name="Patricia Carbajal Destre" userId="2b730d6943a32c43" providerId="LiveId" clId="{F5D39B6D-7805-4551-99FB-78B515AC3CD1}" dt="2022-05-04T16:07:50.212" v="417" actId="478"/>
          <ac:cxnSpMkLst>
            <pc:docMk/>
            <pc:sldMk cId="2863056443" sldId="468"/>
            <ac:cxnSpMk id="21" creationId="{DBC680B7-6EF6-49C8-BF25-9B738C4E8E54}"/>
          </ac:cxnSpMkLst>
        </pc:cxnChg>
        <pc:cxnChg chg="del">
          <ac:chgData name="Patricia Carbajal Destre" userId="2b730d6943a32c43" providerId="LiveId" clId="{F5D39B6D-7805-4551-99FB-78B515AC3CD1}" dt="2022-05-04T16:08:30.752" v="431" actId="478"/>
          <ac:cxnSpMkLst>
            <pc:docMk/>
            <pc:sldMk cId="2863056443" sldId="468"/>
            <ac:cxnSpMk id="22" creationId="{6C1E0FDB-11E6-4F40-BAB4-4841BDBBF43F}"/>
          </ac:cxnSpMkLst>
        </pc:cxnChg>
      </pc:sldChg>
      <pc:sldChg chg="addSp delSp modSp add mod">
        <pc:chgData name="Patricia Carbajal Destre" userId="2b730d6943a32c43" providerId="LiveId" clId="{F5D39B6D-7805-4551-99FB-78B515AC3CD1}" dt="2022-05-04T16:55:18.484" v="1185" actId="14100"/>
        <pc:sldMkLst>
          <pc:docMk/>
          <pc:sldMk cId="2346160298" sldId="469"/>
        </pc:sldMkLst>
        <pc:spChg chg="add mod">
          <ac:chgData name="Patricia Carbajal Destre" userId="2b730d6943a32c43" providerId="LiveId" clId="{F5D39B6D-7805-4551-99FB-78B515AC3CD1}" dt="2022-05-04T16:47:30.881" v="1081" actId="1076"/>
          <ac:spMkLst>
            <pc:docMk/>
            <pc:sldMk cId="2346160298" sldId="469"/>
            <ac:spMk id="7" creationId="{68DF32DE-9054-2C78-85C7-E946C1DFB6BA}"/>
          </ac:spMkLst>
        </pc:spChg>
        <pc:spChg chg="add mod">
          <ac:chgData name="Patricia Carbajal Destre" userId="2b730d6943a32c43" providerId="LiveId" clId="{F5D39B6D-7805-4551-99FB-78B515AC3CD1}" dt="2022-05-04T16:50:27.728" v="1174" actId="1076"/>
          <ac:spMkLst>
            <pc:docMk/>
            <pc:sldMk cId="2346160298" sldId="469"/>
            <ac:spMk id="8" creationId="{DD4DDD50-F1DF-2FF1-6D5C-A5503FF5E0FB}"/>
          </ac:spMkLst>
        </pc:spChg>
        <pc:spChg chg="add mod">
          <ac:chgData name="Patricia Carbajal Destre" userId="2b730d6943a32c43" providerId="LiveId" clId="{F5D39B6D-7805-4551-99FB-78B515AC3CD1}" dt="2022-05-04T16:49:28.694" v="1165" actId="207"/>
          <ac:spMkLst>
            <pc:docMk/>
            <pc:sldMk cId="2346160298" sldId="469"/>
            <ac:spMk id="9" creationId="{8C974828-08E8-F4B2-FDF4-2781A324E2DA}"/>
          </ac:spMkLst>
        </pc:spChg>
        <pc:spChg chg="add mod">
          <ac:chgData name="Patricia Carbajal Destre" userId="2b730d6943a32c43" providerId="LiveId" clId="{F5D39B6D-7805-4551-99FB-78B515AC3CD1}" dt="2022-05-04T16:44:06.962" v="1059" actId="207"/>
          <ac:spMkLst>
            <pc:docMk/>
            <pc:sldMk cId="2346160298" sldId="469"/>
            <ac:spMk id="10" creationId="{40B41352-DC8A-3A3A-4A76-31E81EB2B009}"/>
          </ac:spMkLst>
        </pc:spChg>
        <pc:spChg chg="add mod">
          <ac:chgData name="Patricia Carbajal Destre" userId="2b730d6943a32c43" providerId="LiveId" clId="{F5D39B6D-7805-4551-99FB-78B515AC3CD1}" dt="2022-05-04T16:47:28.990" v="1080" actId="1076"/>
          <ac:spMkLst>
            <pc:docMk/>
            <pc:sldMk cId="2346160298" sldId="469"/>
            <ac:spMk id="11" creationId="{B2A95DB7-FBE3-034D-8CC4-9510737AC83B}"/>
          </ac:spMkLst>
        </pc:spChg>
        <pc:spChg chg="add mod">
          <ac:chgData name="Patricia Carbajal Destre" userId="2b730d6943a32c43" providerId="LiveId" clId="{F5D39B6D-7805-4551-99FB-78B515AC3CD1}" dt="2022-05-04T16:50:26.293" v="1173" actId="1076"/>
          <ac:spMkLst>
            <pc:docMk/>
            <pc:sldMk cId="2346160298" sldId="469"/>
            <ac:spMk id="14" creationId="{69E90823-42F3-70B6-5FE9-815EC6FE25DE}"/>
          </ac:spMkLst>
        </pc:spChg>
        <pc:spChg chg="add mod">
          <ac:chgData name="Patricia Carbajal Destre" userId="2b730d6943a32c43" providerId="LiveId" clId="{F5D39B6D-7805-4551-99FB-78B515AC3CD1}" dt="2022-05-04T16:50:24.419" v="1172" actId="1076"/>
          <ac:spMkLst>
            <pc:docMk/>
            <pc:sldMk cId="2346160298" sldId="469"/>
            <ac:spMk id="15" creationId="{81F7E4B4-3276-7F58-D97D-B34B2FCFA7A5}"/>
          </ac:spMkLst>
        </pc:spChg>
        <pc:spChg chg="add mod">
          <ac:chgData name="Patricia Carbajal Destre" userId="2b730d6943a32c43" providerId="LiveId" clId="{F5D39B6D-7805-4551-99FB-78B515AC3CD1}" dt="2022-05-04T16:49:49.579" v="1166" actId="207"/>
          <ac:spMkLst>
            <pc:docMk/>
            <pc:sldMk cId="2346160298" sldId="469"/>
            <ac:spMk id="16" creationId="{03C3D382-48F3-B757-E594-335B5D013F64}"/>
          </ac:spMkLst>
        </pc:spChg>
        <pc:spChg chg="add mod">
          <ac:chgData name="Patricia Carbajal Destre" userId="2b730d6943a32c43" providerId="LiveId" clId="{F5D39B6D-7805-4551-99FB-78B515AC3CD1}" dt="2022-05-04T16:49:55.136" v="1167" actId="207"/>
          <ac:spMkLst>
            <pc:docMk/>
            <pc:sldMk cId="2346160298" sldId="469"/>
            <ac:spMk id="17" creationId="{C531AF10-0D80-BE94-85B0-DD9C53456D72}"/>
          </ac:spMkLst>
        </pc:spChg>
        <pc:spChg chg="add mod">
          <ac:chgData name="Patricia Carbajal Destre" userId="2b730d6943a32c43" providerId="LiveId" clId="{F5D39B6D-7805-4551-99FB-78B515AC3CD1}" dt="2022-05-04T16:50:03.109" v="1168" actId="207"/>
          <ac:spMkLst>
            <pc:docMk/>
            <pc:sldMk cId="2346160298" sldId="469"/>
            <ac:spMk id="18" creationId="{CDCB02EA-10F3-8253-C10D-493C4C38FE54}"/>
          </ac:spMkLst>
        </pc:spChg>
        <pc:spChg chg="add mod">
          <ac:chgData name="Patricia Carbajal Destre" userId="2b730d6943a32c43" providerId="LiveId" clId="{F5D39B6D-7805-4551-99FB-78B515AC3CD1}" dt="2022-05-04T16:50:10.719" v="1169" actId="207"/>
          <ac:spMkLst>
            <pc:docMk/>
            <pc:sldMk cId="2346160298" sldId="469"/>
            <ac:spMk id="19" creationId="{233AD58B-07C5-9BB8-5C3C-16CB729AEB96}"/>
          </ac:spMkLst>
        </pc:spChg>
        <pc:picChg chg="del">
          <ac:chgData name="Patricia Carbajal Destre" userId="2b730d6943a32c43" providerId="LiveId" clId="{F5D39B6D-7805-4551-99FB-78B515AC3CD1}" dt="2022-05-04T16:30:33.951" v="933" actId="478"/>
          <ac:picMkLst>
            <pc:docMk/>
            <pc:sldMk cId="2346160298" sldId="469"/>
            <ac:picMk id="3" creationId="{0108049F-F632-55F6-7F9C-110A2D86E1DC}"/>
          </ac:picMkLst>
        </pc:picChg>
        <pc:picChg chg="add del mod">
          <ac:chgData name="Patricia Carbajal Destre" userId="2b730d6943a32c43" providerId="LiveId" clId="{F5D39B6D-7805-4551-99FB-78B515AC3CD1}" dt="2022-05-04T16:36:16.426" v="946" actId="478"/>
          <ac:picMkLst>
            <pc:docMk/>
            <pc:sldMk cId="2346160298" sldId="469"/>
            <ac:picMk id="6" creationId="{B22FE101-7E90-CB0B-17CE-D752CBF1B0DB}"/>
          </ac:picMkLst>
        </pc:picChg>
        <pc:picChg chg="add mod">
          <ac:chgData name="Patricia Carbajal Destre" userId="2b730d6943a32c43" providerId="LiveId" clId="{F5D39B6D-7805-4551-99FB-78B515AC3CD1}" dt="2022-05-04T16:50:21.296" v="1171" actId="14100"/>
          <ac:picMkLst>
            <pc:docMk/>
            <pc:sldMk cId="2346160298" sldId="469"/>
            <ac:picMk id="13" creationId="{CEF138BD-6C8D-F84F-2D74-0F2A5DEDEB90}"/>
          </ac:picMkLst>
        </pc:picChg>
        <pc:picChg chg="add mod">
          <ac:chgData name="Patricia Carbajal Destre" userId="2b730d6943a32c43" providerId="LiveId" clId="{F5D39B6D-7805-4551-99FB-78B515AC3CD1}" dt="2022-05-04T16:53:19.704" v="1179" actId="1076"/>
          <ac:picMkLst>
            <pc:docMk/>
            <pc:sldMk cId="2346160298" sldId="469"/>
            <ac:picMk id="20" creationId="{F1874595-5D3E-1BC1-24DE-E4077FD12E29}"/>
          </ac:picMkLst>
        </pc:picChg>
        <pc:picChg chg="add mod">
          <ac:chgData name="Patricia Carbajal Destre" userId="2b730d6943a32c43" providerId="LiveId" clId="{F5D39B6D-7805-4551-99FB-78B515AC3CD1}" dt="2022-05-04T16:55:18.484" v="1185" actId="14100"/>
          <ac:picMkLst>
            <pc:docMk/>
            <pc:sldMk cId="2346160298" sldId="469"/>
            <ac:picMk id="21" creationId="{3C774E4B-2D89-AC41-0AF2-43D06F3BD8D9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969E80F-C3DF-422B-A878-99404FF1F284}" type="doc">
      <dgm:prSet loTypeId="urn:microsoft.com/office/officeart/2005/8/layout/orgChart1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PE"/>
        </a:p>
      </dgm:t>
    </dgm:pt>
    <dgm:pt modelId="{221B6D96-7F87-4D1F-B7DE-65BD0D5F8C7D}">
      <dgm:prSet phldrT="[Texto]"/>
      <dgm:spPr/>
      <dgm:t>
        <a:bodyPr/>
        <a:lstStyle/>
        <a:p>
          <a:r>
            <a:rPr lang="es-ES" dirty="0"/>
            <a:t>Reflejados en tres aspectos</a:t>
          </a:r>
          <a:endParaRPr lang="es-PE" dirty="0"/>
        </a:p>
      </dgm:t>
    </dgm:pt>
    <dgm:pt modelId="{6BB54A4F-383B-4EEE-92CE-DDBC632F12D6}" type="parTrans" cxnId="{2529A92B-E531-4153-B237-441C6D71182A}">
      <dgm:prSet/>
      <dgm:spPr/>
      <dgm:t>
        <a:bodyPr/>
        <a:lstStyle/>
        <a:p>
          <a:endParaRPr lang="es-PE"/>
        </a:p>
      </dgm:t>
    </dgm:pt>
    <dgm:pt modelId="{F32DB783-CE6D-4DEB-AD3E-722065624DFB}" type="sibTrans" cxnId="{2529A92B-E531-4153-B237-441C6D71182A}">
      <dgm:prSet/>
      <dgm:spPr/>
      <dgm:t>
        <a:bodyPr/>
        <a:lstStyle/>
        <a:p>
          <a:endParaRPr lang="es-PE"/>
        </a:p>
      </dgm:t>
    </dgm:pt>
    <dgm:pt modelId="{726C712D-902D-49FC-9492-E6552D52F336}">
      <dgm:prSet phldrT="[Texto]"/>
      <dgm:spPr/>
      <dgm:t>
        <a:bodyPr/>
        <a:lstStyle/>
        <a:p>
          <a:r>
            <a:rPr lang="es-ES" dirty="0"/>
            <a:t>Pensamientos</a:t>
          </a:r>
          <a:endParaRPr lang="es-PE" dirty="0"/>
        </a:p>
      </dgm:t>
    </dgm:pt>
    <dgm:pt modelId="{CD6FB5FC-2F07-4A3F-A327-992AC6F9592F}" type="parTrans" cxnId="{7718AC37-DBDB-44AA-BABB-86480F86171C}">
      <dgm:prSet/>
      <dgm:spPr/>
      <dgm:t>
        <a:bodyPr/>
        <a:lstStyle/>
        <a:p>
          <a:endParaRPr lang="es-PE"/>
        </a:p>
      </dgm:t>
    </dgm:pt>
    <dgm:pt modelId="{9DA86B96-B55E-4AF6-BE51-ADB6724530F1}" type="sibTrans" cxnId="{7718AC37-DBDB-44AA-BABB-86480F86171C}">
      <dgm:prSet/>
      <dgm:spPr/>
      <dgm:t>
        <a:bodyPr/>
        <a:lstStyle/>
        <a:p>
          <a:endParaRPr lang="es-PE"/>
        </a:p>
      </dgm:t>
    </dgm:pt>
    <dgm:pt modelId="{84485B22-3AEB-4D4E-ADB9-4D28AEA97A61}">
      <dgm:prSet phldrT="[Texto]"/>
      <dgm:spPr/>
      <dgm:t>
        <a:bodyPr/>
        <a:lstStyle/>
        <a:p>
          <a:r>
            <a:rPr lang="es-ES" dirty="0"/>
            <a:t>Sentimientos</a:t>
          </a:r>
          <a:endParaRPr lang="es-PE" dirty="0"/>
        </a:p>
      </dgm:t>
    </dgm:pt>
    <dgm:pt modelId="{BA140113-EE57-4744-B672-5BE82DAF9899}" type="parTrans" cxnId="{D60B4AA4-532F-45EB-A710-96696CEBED44}">
      <dgm:prSet/>
      <dgm:spPr/>
      <dgm:t>
        <a:bodyPr/>
        <a:lstStyle/>
        <a:p>
          <a:endParaRPr lang="es-PE"/>
        </a:p>
      </dgm:t>
    </dgm:pt>
    <dgm:pt modelId="{390844A2-3CCA-4A9C-9567-2834F7F8AFEE}" type="sibTrans" cxnId="{D60B4AA4-532F-45EB-A710-96696CEBED44}">
      <dgm:prSet/>
      <dgm:spPr/>
      <dgm:t>
        <a:bodyPr/>
        <a:lstStyle/>
        <a:p>
          <a:endParaRPr lang="es-PE"/>
        </a:p>
      </dgm:t>
    </dgm:pt>
    <dgm:pt modelId="{2EEEF1C6-DCCB-45E1-8A42-58E8C642E51C}">
      <dgm:prSet phldrT="[Texto]"/>
      <dgm:spPr/>
      <dgm:t>
        <a:bodyPr/>
        <a:lstStyle/>
        <a:p>
          <a:r>
            <a:rPr lang="es-ES" dirty="0"/>
            <a:t>Comportamientos</a:t>
          </a:r>
          <a:endParaRPr lang="es-PE" dirty="0"/>
        </a:p>
      </dgm:t>
    </dgm:pt>
    <dgm:pt modelId="{32B1E6E7-8E60-4DC3-8D62-7789287B755F}" type="parTrans" cxnId="{B7CBEA5E-85B8-498F-A138-3A34E80C3C22}">
      <dgm:prSet/>
      <dgm:spPr/>
      <dgm:t>
        <a:bodyPr/>
        <a:lstStyle/>
        <a:p>
          <a:endParaRPr lang="es-PE"/>
        </a:p>
      </dgm:t>
    </dgm:pt>
    <dgm:pt modelId="{E99131A7-1A38-4DDC-9310-6B3F8EBB27FA}" type="sibTrans" cxnId="{B7CBEA5E-85B8-498F-A138-3A34E80C3C22}">
      <dgm:prSet/>
      <dgm:spPr/>
      <dgm:t>
        <a:bodyPr/>
        <a:lstStyle/>
        <a:p>
          <a:endParaRPr lang="es-PE"/>
        </a:p>
      </dgm:t>
    </dgm:pt>
    <dgm:pt modelId="{DAD05CEA-D69A-4003-B136-079B1826651D}">
      <dgm:prSet/>
      <dgm:spPr/>
      <dgm:t>
        <a:bodyPr/>
        <a:lstStyle/>
        <a:p>
          <a:r>
            <a:rPr lang="es-ES"/>
            <a:t>Habilidades del carácter</a:t>
          </a:r>
          <a:endParaRPr lang="es-PE" dirty="0"/>
        </a:p>
      </dgm:t>
    </dgm:pt>
    <dgm:pt modelId="{4591EC1C-DC51-46EA-B519-B0DC10096A26}" type="parTrans" cxnId="{286D27CA-1967-4121-B358-FB6AD3691058}">
      <dgm:prSet/>
      <dgm:spPr/>
      <dgm:t>
        <a:bodyPr/>
        <a:lstStyle/>
        <a:p>
          <a:endParaRPr lang="es-PE"/>
        </a:p>
      </dgm:t>
    </dgm:pt>
    <dgm:pt modelId="{BBC1A5F5-7355-429C-9802-9B8370B7AAE5}" type="sibTrans" cxnId="{286D27CA-1967-4121-B358-FB6AD3691058}">
      <dgm:prSet/>
      <dgm:spPr/>
      <dgm:t>
        <a:bodyPr/>
        <a:lstStyle/>
        <a:p>
          <a:endParaRPr lang="es-PE"/>
        </a:p>
      </dgm:t>
    </dgm:pt>
    <dgm:pt modelId="{80F41BB6-8A70-426F-B2CF-5AE6B807DA7A}" type="pres">
      <dgm:prSet presAssocID="{C969E80F-C3DF-422B-A878-99404FF1F28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86C7A67-73AD-4211-963D-BD790E518397}" type="pres">
      <dgm:prSet presAssocID="{DAD05CEA-D69A-4003-B136-079B1826651D}" presName="hierRoot1" presStyleCnt="0">
        <dgm:presLayoutVars>
          <dgm:hierBranch val="init"/>
        </dgm:presLayoutVars>
      </dgm:prSet>
      <dgm:spPr/>
    </dgm:pt>
    <dgm:pt modelId="{F7641816-5683-4A94-A4CB-68EB3A80A610}" type="pres">
      <dgm:prSet presAssocID="{DAD05CEA-D69A-4003-B136-079B1826651D}" presName="rootComposite1" presStyleCnt="0"/>
      <dgm:spPr/>
    </dgm:pt>
    <dgm:pt modelId="{38DF6BA7-928F-4DC9-B984-BAD9A794B0F8}" type="pres">
      <dgm:prSet presAssocID="{DAD05CEA-D69A-4003-B136-079B1826651D}" presName="rootText1" presStyleLbl="node0" presStyleIdx="0" presStyleCnt="2" custLinFactX="20318" custLinFactY="-5143" custLinFactNeighborX="100000" custLinFactNeighborY="-100000">
        <dgm:presLayoutVars>
          <dgm:chPref val="3"/>
        </dgm:presLayoutVars>
      </dgm:prSet>
      <dgm:spPr/>
    </dgm:pt>
    <dgm:pt modelId="{9D57CBDB-EB05-49F0-8390-DB000876C947}" type="pres">
      <dgm:prSet presAssocID="{DAD05CEA-D69A-4003-B136-079B1826651D}" presName="rootConnector1" presStyleLbl="node1" presStyleIdx="0" presStyleCnt="0"/>
      <dgm:spPr/>
    </dgm:pt>
    <dgm:pt modelId="{BA639AB9-A9D0-4585-8557-1FA5A1134FA0}" type="pres">
      <dgm:prSet presAssocID="{DAD05CEA-D69A-4003-B136-079B1826651D}" presName="hierChild2" presStyleCnt="0"/>
      <dgm:spPr/>
    </dgm:pt>
    <dgm:pt modelId="{9BAC1250-AFF5-44C9-B995-5AF9CDBE1CF2}" type="pres">
      <dgm:prSet presAssocID="{DAD05CEA-D69A-4003-B136-079B1826651D}" presName="hierChild3" presStyleCnt="0"/>
      <dgm:spPr/>
    </dgm:pt>
    <dgm:pt modelId="{FA4748A0-B1CA-4DB9-AEBF-B8AEEE6B457F}" type="pres">
      <dgm:prSet presAssocID="{221B6D96-7F87-4D1F-B7DE-65BD0D5F8C7D}" presName="hierRoot1" presStyleCnt="0">
        <dgm:presLayoutVars>
          <dgm:hierBranch val="init"/>
        </dgm:presLayoutVars>
      </dgm:prSet>
      <dgm:spPr/>
    </dgm:pt>
    <dgm:pt modelId="{1A5DECF8-810E-49D9-8CC6-47B97F2FCFFB}" type="pres">
      <dgm:prSet presAssocID="{221B6D96-7F87-4D1F-B7DE-65BD0D5F8C7D}" presName="rootComposite1" presStyleCnt="0"/>
      <dgm:spPr/>
    </dgm:pt>
    <dgm:pt modelId="{9BBD95CF-4959-42D6-BFFB-429AF9F63D53}" type="pres">
      <dgm:prSet presAssocID="{221B6D96-7F87-4D1F-B7DE-65BD0D5F8C7D}" presName="rootText1" presStyleLbl="node0" presStyleIdx="1" presStyleCnt="2">
        <dgm:presLayoutVars>
          <dgm:chPref val="3"/>
        </dgm:presLayoutVars>
      </dgm:prSet>
      <dgm:spPr/>
    </dgm:pt>
    <dgm:pt modelId="{5D48B3FC-B752-49D0-BCB9-A3D0F63A57D9}" type="pres">
      <dgm:prSet presAssocID="{221B6D96-7F87-4D1F-B7DE-65BD0D5F8C7D}" presName="rootConnector1" presStyleLbl="node1" presStyleIdx="0" presStyleCnt="0"/>
      <dgm:spPr/>
    </dgm:pt>
    <dgm:pt modelId="{9C28045A-77C5-4155-8D2B-6D33950C5167}" type="pres">
      <dgm:prSet presAssocID="{221B6D96-7F87-4D1F-B7DE-65BD0D5F8C7D}" presName="hierChild2" presStyleCnt="0"/>
      <dgm:spPr/>
    </dgm:pt>
    <dgm:pt modelId="{918616D5-9160-4660-8819-32FDA0CE82B5}" type="pres">
      <dgm:prSet presAssocID="{CD6FB5FC-2F07-4A3F-A327-992AC6F9592F}" presName="Name37" presStyleLbl="parChTrans1D2" presStyleIdx="0" presStyleCnt="3"/>
      <dgm:spPr/>
    </dgm:pt>
    <dgm:pt modelId="{0BF9D6B5-B729-4D48-9C7A-CBEF0DFC9063}" type="pres">
      <dgm:prSet presAssocID="{726C712D-902D-49FC-9492-E6552D52F336}" presName="hierRoot2" presStyleCnt="0">
        <dgm:presLayoutVars>
          <dgm:hierBranch val="init"/>
        </dgm:presLayoutVars>
      </dgm:prSet>
      <dgm:spPr/>
    </dgm:pt>
    <dgm:pt modelId="{220EF087-6623-4208-A343-57F2EA9C1815}" type="pres">
      <dgm:prSet presAssocID="{726C712D-902D-49FC-9492-E6552D52F336}" presName="rootComposite" presStyleCnt="0"/>
      <dgm:spPr/>
    </dgm:pt>
    <dgm:pt modelId="{D79A029A-C28A-4A3A-8871-3B5C0A72A44C}" type="pres">
      <dgm:prSet presAssocID="{726C712D-902D-49FC-9492-E6552D52F336}" presName="rootText" presStyleLbl="node2" presStyleIdx="0" presStyleCnt="3" custScaleX="144634" custLinFactNeighborX="-31757" custLinFactNeighborY="-1522">
        <dgm:presLayoutVars>
          <dgm:chPref val="3"/>
        </dgm:presLayoutVars>
      </dgm:prSet>
      <dgm:spPr/>
    </dgm:pt>
    <dgm:pt modelId="{7C3564BE-1FB4-42FD-B59D-E101CB59E940}" type="pres">
      <dgm:prSet presAssocID="{726C712D-902D-49FC-9492-E6552D52F336}" presName="rootConnector" presStyleLbl="node2" presStyleIdx="0" presStyleCnt="3"/>
      <dgm:spPr/>
    </dgm:pt>
    <dgm:pt modelId="{83CE6FCB-4350-4343-B5AB-E9466621369F}" type="pres">
      <dgm:prSet presAssocID="{726C712D-902D-49FC-9492-E6552D52F336}" presName="hierChild4" presStyleCnt="0"/>
      <dgm:spPr/>
    </dgm:pt>
    <dgm:pt modelId="{A84D642B-E8B0-44A4-9E7D-0AC2C58B3A38}" type="pres">
      <dgm:prSet presAssocID="{726C712D-902D-49FC-9492-E6552D52F336}" presName="hierChild5" presStyleCnt="0"/>
      <dgm:spPr/>
    </dgm:pt>
    <dgm:pt modelId="{BE51B355-9268-4CAE-9543-FB0BBD284C9C}" type="pres">
      <dgm:prSet presAssocID="{BA140113-EE57-4744-B672-5BE82DAF9899}" presName="Name37" presStyleLbl="parChTrans1D2" presStyleIdx="1" presStyleCnt="3"/>
      <dgm:spPr/>
    </dgm:pt>
    <dgm:pt modelId="{ECC94BF0-6CD4-4D5C-88DC-AC48F840C397}" type="pres">
      <dgm:prSet presAssocID="{84485B22-3AEB-4D4E-ADB9-4D28AEA97A61}" presName="hierRoot2" presStyleCnt="0">
        <dgm:presLayoutVars>
          <dgm:hierBranch val="init"/>
        </dgm:presLayoutVars>
      </dgm:prSet>
      <dgm:spPr/>
    </dgm:pt>
    <dgm:pt modelId="{C01E78DE-A569-4A57-B04B-2D699BA26C75}" type="pres">
      <dgm:prSet presAssocID="{84485B22-3AEB-4D4E-ADB9-4D28AEA97A61}" presName="rootComposite" presStyleCnt="0"/>
      <dgm:spPr/>
    </dgm:pt>
    <dgm:pt modelId="{03ABC427-986C-4FB5-8327-566A2DB27DEF}" type="pres">
      <dgm:prSet presAssocID="{84485B22-3AEB-4D4E-ADB9-4D28AEA97A61}" presName="rootText" presStyleLbl="node2" presStyleIdx="1" presStyleCnt="3" custScaleX="140531" custLinFactNeighborX="-6581" custLinFactNeighborY="-4566">
        <dgm:presLayoutVars>
          <dgm:chPref val="3"/>
        </dgm:presLayoutVars>
      </dgm:prSet>
      <dgm:spPr/>
    </dgm:pt>
    <dgm:pt modelId="{A8CD29A5-EE98-4452-A786-9A03CA646465}" type="pres">
      <dgm:prSet presAssocID="{84485B22-3AEB-4D4E-ADB9-4D28AEA97A61}" presName="rootConnector" presStyleLbl="node2" presStyleIdx="1" presStyleCnt="3"/>
      <dgm:spPr/>
    </dgm:pt>
    <dgm:pt modelId="{3F8E06C2-FC67-48F5-94E4-45C7EABCD04B}" type="pres">
      <dgm:prSet presAssocID="{84485B22-3AEB-4D4E-ADB9-4D28AEA97A61}" presName="hierChild4" presStyleCnt="0"/>
      <dgm:spPr/>
    </dgm:pt>
    <dgm:pt modelId="{7E78A327-B2A9-4697-98C7-926C72ADCE14}" type="pres">
      <dgm:prSet presAssocID="{84485B22-3AEB-4D4E-ADB9-4D28AEA97A61}" presName="hierChild5" presStyleCnt="0"/>
      <dgm:spPr/>
    </dgm:pt>
    <dgm:pt modelId="{D92CDFCB-2815-4D5E-AE37-EDA4D55325B8}" type="pres">
      <dgm:prSet presAssocID="{32B1E6E7-8E60-4DC3-8D62-7789287B755F}" presName="Name37" presStyleLbl="parChTrans1D2" presStyleIdx="2" presStyleCnt="3"/>
      <dgm:spPr/>
    </dgm:pt>
    <dgm:pt modelId="{21372AE4-4159-4427-AB4A-6C27E8EC2CF6}" type="pres">
      <dgm:prSet presAssocID="{2EEEF1C6-DCCB-45E1-8A42-58E8C642E51C}" presName="hierRoot2" presStyleCnt="0">
        <dgm:presLayoutVars>
          <dgm:hierBranch val="init"/>
        </dgm:presLayoutVars>
      </dgm:prSet>
      <dgm:spPr/>
    </dgm:pt>
    <dgm:pt modelId="{0200A93B-7DE7-45EA-86D7-D6671EB29D01}" type="pres">
      <dgm:prSet presAssocID="{2EEEF1C6-DCCB-45E1-8A42-58E8C642E51C}" presName="rootComposite" presStyleCnt="0"/>
      <dgm:spPr/>
    </dgm:pt>
    <dgm:pt modelId="{C016A0EA-CB9C-4F77-9A98-ABC2540CE044}" type="pres">
      <dgm:prSet presAssocID="{2EEEF1C6-DCCB-45E1-8A42-58E8C642E51C}" presName="rootText" presStyleLbl="node2" presStyleIdx="2" presStyleCnt="3" custScaleX="131614" custLinFactNeighborX="28185" custLinFactNeighborY="-1434">
        <dgm:presLayoutVars>
          <dgm:chPref val="3"/>
        </dgm:presLayoutVars>
      </dgm:prSet>
      <dgm:spPr/>
    </dgm:pt>
    <dgm:pt modelId="{D452EF29-A6CE-434A-8ECD-40FAA7E0BE5C}" type="pres">
      <dgm:prSet presAssocID="{2EEEF1C6-DCCB-45E1-8A42-58E8C642E51C}" presName="rootConnector" presStyleLbl="node2" presStyleIdx="2" presStyleCnt="3"/>
      <dgm:spPr/>
    </dgm:pt>
    <dgm:pt modelId="{58849640-FFD5-4FCC-AA3D-86BC6B312242}" type="pres">
      <dgm:prSet presAssocID="{2EEEF1C6-DCCB-45E1-8A42-58E8C642E51C}" presName="hierChild4" presStyleCnt="0"/>
      <dgm:spPr/>
    </dgm:pt>
    <dgm:pt modelId="{874A42BF-8703-4643-8D94-A26DD59478AC}" type="pres">
      <dgm:prSet presAssocID="{2EEEF1C6-DCCB-45E1-8A42-58E8C642E51C}" presName="hierChild5" presStyleCnt="0"/>
      <dgm:spPr/>
    </dgm:pt>
    <dgm:pt modelId="{4D8583F6-C809-4BBC-9135-8E4136C42C09}" type="pres">
      <dgm:prSet presAssocID="{221B6D96-7F87-4D1F-B7DE-65BD0D5F8C7D}" presName="hierChild3" presStyleCnt="0"/>
      <dgm:spPr/>
    </dgm:pt>
  </dgm:ptLst>
  <dgm:cxnLst>
    <dgm:cxn modelId="{1F819A0B-25F0-4E1A-AE95-0CD44262368C}" type="presOf" srcId="{84485B22-3AEB-4D4E-ADB9-4D28AEA97A61}" destId="{03ABC427-986C-4FB5-8327-566A2DB27DEF}" srcOrd="0" destOrd="0" presId="urn:microsoft.com/office/officeart/2005/8/layout/orgChart1"/>
    <dgm:cxn modelId="{7CC84517-41BF-4375-856B-3C849FD939F0}" type="presOf" srcId="{2EEEF1C6-DCCB-45E1-8A42-58E8C642E51C}" destId="{D452EF29-A6CE-434A-8ECD-40FAA7E0BE5C}" srcOrd="1" destOrd="0" presId="urn:microsoft.com/office/officeart/2005/8/layout/orgChart1"/>
    <dgm:cxn modelId="{F91D3023-703B-4474-8A9F-AC77E8EA274D}" type="presOf" srcId="{726C712D-902D-49FC-9492-E6552D52F336}" destId="{D79A029A-C28A-4A3A-8871-3B5C0A72A44C}" srcOrd="0" destOrd="0" presId="urn:microsoft.com/office/officeart/2005/8/layout/orgChart1"/>
    <dgm:cxn modelId="{2529A92B-E531-4153-B237-441C6D71182A}" srcId="{C969E80F-C3DF-422B-A878-99404FF1F284}" destId="{221B6D96-7F87-4D1F-B7DE-65BD0D5F8C7D}" srcOrd="1" destOrd="0" parTransId="{6BB54A4F-383B-4EEE-92CE-DDBC632F12D6}" sibTransId="{F32DB783-CE6D-4DEB-AD3E-722065624DFB}"/>
    <dgm:cxn modelId="{7718AC37-DBDB-44AA-BABB-86480F86171C}" srcId="{221B6D96-7F87-4D1F-B7DE-65BD0D5F8C7D}" destId="{726C712D-902D-49FC-9492-E6552D52F336}" srcOrd="0" destOrd="0" parTransId="{CD6FB5FC-2F07-4A3F-A327-992AC6F9592F}" sibTransId="{9DA86B96-B55E-4AF6-BE51-ADB6724530F1}"/>
    <dgm:cxn modelId="{C6BA3439-CDD5-48EF-BAC7-4904A19530AD}" type="presOf" srcId="{221B6D96-7F87-4D1F-B7DE-65BD0D5F8C7D}" destId="{5D48B3FC-B752-49D0-BCB9-A3D0F63A57D9}" srcOrd="1" destOrd="0" presId="urn:microsoft.com/office/officeart/2005/8/layout/orgChart1"/>
    <dgm:cxn modelId="{3E0B9B3C-A16E-488A-AB5A-C05B52944722}" type="presOf" srcId="{32B1E6E7-8E60-4DC3-8D62-7789287B755F}" destId="{D92CDFCB-2815-4D5E-AE37-EDA4D55325B8}" srcOrd="0" destOrd="0" presId="urn:microsoft.com/office/officeart/2005/8/layout/orgChart1"/>
    <dgm:cxn modelId="{DCAAF540-F79F-42F8-BDA7-6239802D20F2}" type="presOf" srcId="{DAD05CEA-D69A-4003-B136-079B1826651D}" destId="{38DF6BA7-928F-4DC9-B984-BAD9A794B0F8}" srcOrd="0" destOrd="0" presId="urn:microsoft.com/office/officeart/2005/8/layout/orgChart1"/>
    <dgm:cxn modelId="{B7CBEA5E-85B8-498F-A138-3A34E80C3C22}" srcId="{221B6D96-7F87-4D1F-B7DE-65BD0D5F8C7D}" destId="{2EEEF1C6-DCCB-45E1-8A42-58E8C642E51C}" srcOrd="2" destOrd="0" parTransId="{32B1E6E7-8E60-4DC3-8D62-7789287B755F}" sibTransId="{E99131A7-1A38-4DDC-9310-6B3F8EBB27FA}"/>
    <dgm:cxn modelId="{C71BEF64-C504-4DD3-99EF-0965660436A9}" type="presOf" srcId="{2EEEF1C6-DCCB-45E1-8A42-58E8C642E51C}" destId="{C016A0EA-CB9C-4F77-9A98-ABC2540CE044}" srcOrd="0" destOrd="0" presId="urn:microsoft.com/office/officeart/2005/8/layout/orgChart1"/>
    <dgm:cxn modelId="{89FA3F68-9F85-42C7-86CC-3DCCB32DF175}" type="presOf" srcId="{BA140113-EE57-4744-B672-5BE82DAF9899}" destId="{BE51B355-9268-4CAE-9543-FB0BBD284C9C}" srcOrd="0" destOrd="0" presId="urn:microsoft.com/office/officeart/2005/8/layout/orgChart1"/>
    <dgm:cxn modelId="{B7D80585-9E0B-4D68-9F0E-5C684D25FDD0}" type="presOf" srcId="{726C712D-902D-49FC-9492-E6552D52F336}" destId="{7C3564BE-1FB4-42FD-B59D-E101CB59E940}" srcOrd="1" destOrd="0" presId="urn:microsoft.com/office/officeart/2005/8/layout/orgChart1"/>
    <dgm:cxn modelId="{D60B4AA4-532F-45EB-A710-96696CEBED44}" srcId="{221B6D96-7F87-4D1F-B7DE-65BD0D5F8C7D}" destId="{84485B22-3AEB-4D4E-ADB9-4D28AEA97A61}" srcOrd="1" destOrd="0" parTransId="{BA140113-EE57-4744-B672-5BE82DAF9899}" sibTransId="{390844A2-3CCA-4A9C-9567-2834F7F8AFEE}"/>
    <dgm:cxn modelId="{F24DD6AA-F753-4748-B05F-96E8E9E8479A}" type="presOf" srcId="{DAD05CEA-D69A-4003-B136-079B1826651D}" destId="{9D57CBDB-EB05-49F0-8390-DB000876C947}" srcOrd="1" destOrd="0" presId="urn:microsoft.com/office/officeart/2005/8/layout/orgChart1"/>
    <dgm:cxn modelId="{BE1CF3AA-3DEB-46FB-8439-AF031D341C8F}" type="presOf" srcId="{84485B22-3AEB-4D4E-ADB9-4D28AEA97A61}" destId="{A8CD29A5-EE98-4452-A786-9A03CA646465}" srcOrd="1" destOrd="0" presId="urn:microsoft.com/office/officeart/2005/8/layout/orgChart1"/>
    <dgm:cxn modelId="{F2025CC2-3ED0-4A7D-9308-2223E8D9258E}" type="presOf" srcId="{221B6D96-7F87-4D1F-B7DE-65BD0D5F8C7D}" destId="{9BBD95CF-4959-42D6-BFFB-429AF9F63D53}" srcOrd="0" destOrd="0" presId="urn:microsoft.com/office/officeart/2005/8/layout/orgChart1"/>
    <dgm:cxn modelId="{286D27CA-1967-4121-B358-FB6AD3691058}" srcId="{C969E80F-C3DF-422B-A878-99404FF1F284}" destId="{DAD05CEA-D69A-4003-B136-079B1826651D}" srcOrd="0" destOrd="0" parTransId="{4591EC1C-DC51-46EA-B519-B0DC10096A26}" sibTransId="{BBC1A5F5-7355-429C-9802-9B8370B7AAE5}"/>
    <dgm:cxn modelId="{A5096BCE-A4EC-41E1-AD9C-FD3F4C2AD40C}" type="presOf" srcId="{C969E80F-C3DF-422B-A878-99404FF1F284}" destId="{80F41BB6-8A70-426F-B2CF-5AE6B807DA7A}" srcOrd="0" destOrd="0" presId="urn:microsoft.com/office/officeart/2005/8/layout/orgChart1"/>
    <dgm:cxn modelId="{D6F448D1-FFC3-43FC-A3AB-105042B31C5D}" type="presOf" srcId="{CD6FB5FC-2F07-4A3F-A327-992AC6F9592F}" destId="{918616D5-9160-4660-8819-32FDA0CE82B5}" srcOrd="0" destOrd="0" presId="urn:microsoft.com/office/officeart/2005/8/layout/orgChart1"/>
    <dgm:cxn modelId="{1AF9707A-5E11-4DFE-8964-3E88FC535A1E}" type="presParOf" srcId="{80F41BB6-8A70-426F-B2CF-5AE6B807DA7A}" destId="{486C7A67-73AD-4211-963D-BD790E518397}" srcOrd="0" destOrd="0" presId="urn:microsoft.com/office/officeart/2005/8/layout/orgChart1"/>
    <dgm:cxn modelId="{70B957F9-17C5-41CE-9CF0-D0714EB727D7}" type="presParOf" srcId="{486C7A67-73AD-4211-963D-BD790E518397}" destId="{F7641816-5683-4A94-A4CB-68EB3A80A610}" srcOrd="0" destOrd="0" presId="urn:microsoft.com/office/officeart/2005/8/layout/orgChart1"/>
    <dgm:cxn modelId="{F41AF28F-328D-4562-A082-C9E5FA3A7287}" type="presParOf" srcId="{F7641816-5683-4A94-A4CB-68EB3A80A610}" destId="{38DF6BA7-928F-4DC9-B984-BAD9A794B0F8}" srcOrd="0" destOrd="0" presId="urn:microsoft.com/office/officeart/2005/8/layout/orgChart1"/>
    <dgm:cxn modelId="{E427E417-F0A4-4FE4-BB0B-183F9421FD97}" type="presParOf" srcId="{F7641816-5683-4A94-A4CB-68EB3A80A610}" destId="{9D57CBDB-EB05-49F0-8390-DB000876C947}" srcOrd="1" destOrd="0" presId="urn:microsoft.com/office/officeart/2005/8/layout/orgChart1"/>
    <dgm:cxn modelId="{C017BBD0-52ED-4F32-9A60-BDA81B47AAD3}" type="presParOf" srcId="{486C7A67-73AD-4211-963D-BD790E518397}" destId="{BA639AB9-A9D0-4585-8557-1FA5A1134FA0}" srcOrd="1" destOrd="0" presId="urn:microsoft.com/office/officeart/2005/8/layout/orgChart1"/>
    <dgm:cxn modelId="{8CDD37A4-E5B3-4580-9756-6379E33C8248}" type="presParOf" srcId="{486C7A67-73AD-4211-963D-BD790E518397}" destId="{9BAC1250-AFF5-44C9-B995-5AF9CDBE1CF2}" srcOrd="2" destOrd="0" presId="urn:microsoft.com/office/officeart/2005/8/layout/orgChart1"/>
    <dgm:cxn modelId="{123C3908-E4A2-4C8D-8BDA-008985F24A61}" type="presParOf" srcId="{80F41BB6-8A70-426F-B2CF-5AE6B807DA7A}" destId="{FA4748A0-B1CA-4DB9-AEBF-B8AEEE6B457F}" srcOrd="1" destOrd="0" presId="urn:microsoft.com/office/officeart/2005/8/layout/orgChart1"/>
    <dgm:cxn modelId="{34A3B7C2-D4E8-4024-9A68-B8E2C8722961}" type="presParOf" srcId="{FA4748A0-B1CA-4DB9-AEBF-B8AEEE6B457F}" destId="{1A5DECF8-810E-49D9-8CC6-47B97F2FCFFB}" srcOrd="0" destOrd="0" presId="urn:microsoft.com/office/officeart/2005/8/layout/orgChart1"/>
    <dgm:cxn modelId="{750AE6FA-CBCD-4D20-9DCD-91CF76B5141D}" type="presParOf" srcId="{1A5DECF8-810E-49D9-8CC6-47B97F2FCFFB}" destId="{9BBD95CF-4959-42D6-BFFB-429AF9F63D53}" srcOrd="0" destOrd="0" presId="urn:microsoft.com/office/officeart/2005/8/layout/orgChart1"/>
    <dgm:cxn modelId="{4E5765D2-C64D-4B21-8CBB-2F1AFCEFD9B2}" type="presParOf" srcId="{1A5DECF8-810E-49D9-8CC6-47B97F2FCFFB}" destId="{5D48B3FC-B752-49D0-BCB9-A3D0F63A57D9}" srcOrd="1" destOrd="0" presId="urn:microsoft.com/office/officeart/2005/8/layout/orgChart1"/>
    <dgm:cxn modelId="{4534EAE0-6989-4EBE-88CF-63837E462C65}" type="presParOf" srcId="{FA4748A0-B1CA-4DB9-AEBF-B8AEEE6B457F}" destId="{9C28045A-77C5-4155-8D2B-6D33950C5167}" srcOrd="1" destOrd="0" presId="urn:microsoft.com/office/officeart/2005/8/layout/orgChart1"/>
    <dgm:cxn modelId="{316C0EDF-6F17-4C01-83D7-B388BDFDB196}" type="presParOf" srcId="{9C28045A-77C5-4155-8D2B-6D33950C5167}" destId="{918616D5-9160-4660-8819-32FDA0CE82B5}" srcOrd="0" destOrd="0" presId="urn:microsoft.com/office/officeart/2005/8/layout/orgChart1"/>
    <dgm:cxn modelId="{B1D1BAB1-884E-4964-96B4-D1F0C87582FF}" type="presParOf" srcId="{9C28045A-77C5-4155-8D2B-6D33950C5167}" destId="{0BF9D6B5-B729-4D48-9C7A-CBEF0DFC9063}" srcOrd="1" destOrd="0" presId="urn:microsoft.com/office/officeart/2005/8/layout/orgChart1"/>
    <dgm:cxn modelId="{8220CCE0-139A-476A-9E30-2C860C594587}" type="presParOf" srcId="{0BF9D6B5-B729-4D48-9C7A-CBEF0DFC9063}" destId="{220EF087-6623-4208-A343-57F2EA9C1815}" srcOrd="0" destOrd="0" presId="urn:microsoft.com/office/officeart/2005/8/layout/orgChart1"/>
    <dgm:cxn modelId="{555511F5-6DBD-4245-9BDB-0656F94F8B77}" type="presParOf" srcId="{220EF087-6623-4208-A343-57F2EA9C1815}" destId="{D79A029A-C28A-4A3A-8871-3B5C0A72A44C}" srcOrd="0" destOrd="0" presId="urn:microsoft.com/office/officeart/2005/8/layout/orgChart1"/>
    <dgm:cxn modelId="{787FEE35-6FE3-4F53-8324-32151BF03337}" type="presParOf" srcId="{220EF087-6623-4208-A343-57F2EA9C1815}" destId="{7C3564BE-1FB4-42FD-B59D-E101CB59E940}" srcOrd="1" destOrd="0" presId="urn:microsoft.com/office/officeart/2005/8/layout/orgChart1"/>
    <dgm:cxn modelId="{0C38109B-AFB8-49C1-AF22-94D4B5907243}" type="presParOf" srcId="{0BF9D6B5-B729-4D48-9C7A-CBEF0DFC9063}" destId="{83CE6FCB-4350-4343-B5AB-E9466621369F}" srcOrd="1" destOrd="0" presId="urn:microsoft.com/office/officeart/2005/8/layout/orgChart1"/>
    <dgm:cxn modelId="{05085786-4BF4-4A63-9A0D-55757C3AF323}" type="presParOf" srcId="{0BF9D6B5-B729-4D48-9C7A-CBEF0DFC9063}" destId="{A84D642B-E8B0-44A4-9E7D-0AC2C58B3A38}" srcOrd="2" destOrd="0" presId="urn:microsoft.com/office/officeart/2005/8/layout/orgChart1"/>
    <dgm:cxn modelId="{8BDE5DE9-EDD0-44FD-A95D-19659504F330}" type="presParOf" srcId="{9C28045A-77C5-4155-8D2B-6D33950C5167}" destId="{BE51B355-9268-4CAE-9543-FB0BBD284C9C}" srcOrd="2" destOrd="0" presId="urn:microsoft.com/office/officeart/2005/8/layout/orgChart1"/>
    <dgm:cxn modelId="{BB80EC29-F05B-4523-939F-7CE9D1EA766E}" type="presParOf" srcId="{9C28045A-77C5-4155-8D2B-6D33950C5167}" destId="{ECC94BF0-6CD4-4D5C-88DC-AC48F840C397}" srcOrd="3" destOrd="0" presId="urn:microsoft.com/office/officeart/2005/8/layout/orgChart1"/>
    <dgm:cxn modelId="{77F69607-B5C0-4E6A-A55C-EA351025D6D9}" type="presParOf" srcId="{ECC94BF0-6CD4-4D5C-88DC-AC48F840C397}" destId="{C01E78DE-A569-4A57-B04B-2D699BA26C75}" srcOrd="0" destOrd="0" presId="urn:microsoft.com/office/officeart/2005/8/layout/orgChart1"/>
    <dgm:cxn modelId="{FC87B930-9C8E-4BF3-B2C9-1F1A73748F50}" type="presParOf" srcId="{C01E78DE-A569-4A57-B04B-2D699BA26C75}" destId="{03ABC427-986C-4FB5-8327-566A2DB27DEF}" srcOrd="0" destOrd="0" presId="urn:microsoft.com/office/officeart/2005/8/layout/orgChart1"/>
    <dgm:cxn modelId="{E1EA6453-A716-46DC-B2B1-522FC795C4A0}" type="presParOf" srcId="{C01E78DE-A569-4A57-B04B-2D699BA26C75}" destId="{A8CD29A5-EE98-4452-A786-9A03CA646465}" srcOrd="1" destOrd="0" presId="urn:microsoft.com/office/officeart/2005/8/layout/orgChart1"/>
    <dgm:cxn modelId="{C5818A3B-229D-4DEB-B6AA-7CFF723F8E84}" type="presParOf" srcId="{ECC94BF0-6CD4-4D5C-88DC-AC48F840C397}" destId="{3F8E06C2-FC67-48F5-94E4-45C7EABCD04B}" srcOrd="1" destOrd="0" presId="urn:microsoft.com/office/officeart/2005/8/layout/orgChart1"/>
    <dgm:cxn modelId="{2F03DAC7-C45A-4881-8C91-7BC2E60B4555}" type="presParOf" srcId="{ECC94BF0-6CD4-4D5C-88DC-AC48F840C397}" destId="{7E78A327-B2A9-4697-98C7-926C72ADCE14}" srcOrd="2" destOrd="0" presId="urn:microsoft.com/office/officeart/2005/8/layout/orgChart1"/>
    <dgm:cxn modelId="{A789F4FE-AC43-4D56-B04E-04660FD40F64}" type="presParOf" srcId="{9C28045A-77C5-4155-8D2B-6D33950C5167}" destId="{D92CDFCB-2815-4D5E-AE37-EDA4D55325B8}" srcOrd="4" destOrd="0" presId="urn:microsoft.com/office/officeart/2005/8/layout/orgChart1"/>
    <dgm:cxn modelId="{917A0FE3-7DC4-4F4A-820D-ED5D53B5C3DA}" type="presParOf" srcId="{9C28045A-77C5-4155-8D2B-6D33950C5167}" destId="{21372AE4-4159-4427-AB4A-6C27E8EC2CF6}" srcOrd="5" destOrd="0" presId="urn:microsoft.com/office/officeart/2005/8/layout/orgChart1"/>
    <dgm:cxn modelId="{E22D44D5-71A7-45E3-88F0-EECD953B52EB}" type="presParOf" srcId="{21372AE4-4159-4427-AB4A-6C27E8EC2CF6}" destId="{0200A93B-7DE7-45EA-86D7-D6671EB29D01}" srcOrd="0" destOrd="0" presId="urn:microsoft.com/office/officeart/2005/8/layout/orgChart1"/>
    <dgm:cxn modelId="{5C707A08-D50D-4DB7-902E-5591FE779017}" type="presParOf" srcId="{0200A93B-7DE7-45EA-86D7-D6671EB29D01}" destId="{C016A0EA-CB9C-4F77-9A98-ABC2540CE044}" srcOrd="0" destOrd="0" presId="urn:microsoft.com/office/officeart/2005/8/layout/orgChart1"/>
    <dgm:cxn modelId="{C569D7AE-7E89-4EE3-82CD-A5CFA3697C35}" type="presParOf" srcId="{0200A93B-7DE7-45EA-86D7-D6671EB29D01}" destId="{D452EF29-A6CE-434A-8ECD-40FAA7E0BE5C}" srcOrd="1" destOrd="0" presId="urn:microsoft.com/office/officeart/2005/8/layout/orgChart1"/>
    <dgm:cxn modelId="{D3F52BB5-96D1-4AA4-A1ED-B9B175114D1E}" type="presParOf" srcId="{21372AE4-4159-4427-AB4A-6C27E8EC2CF6}" destId="{58849640-FFD5-4FCC-AA3D-86BC6B312242}" srcOrd="1" destOrd="0" presId="urn:microsoft.com/office/officeart/2005/8/layout/orgChart1"/>
    <dgm:cxn modelId="{E345C5E4-F5DB-4604-91C8-A7F12A4473A1}" type="presParOf" srcId="{21372AE4-4159-4427-AB4A-6C27E8EC2CF6}" destId="{874A42BF-8703-4643-8D94-A26DD59478AC}" srcOrd="2" destOrd="0" presId="urn:microsoft.com/office/officeart/2005/8/layout/orgChart1"/>
    <dgm:cxn modelId="{F5220727-C12F-47B1-9E23-DB20CE728BE6}" type="presParOf" srcId="{FA4748A0-B1CA-4DB9-AEBF-B8AEEE6B457F}" destId="{4D8583F6-C809-4BBC-9135-8E4136C42C09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C9AA53D-E79A-4C47-826A-0A7CE29CC6ED}" type="doc">
      <dgm:prSet loTypeId="urn:microsoft.com/office/officeart/2008/layout/PictureStrips" loCatId="list" qsTypeId="urn:microsoft.com/office/officeart/2005/8/quickstyle/simple5" qsCatId="simple" csTypeId="urn:microsoft.com/office/officeart/2005/8/colors/colorful4" csCatId="colorful" phldr="1"/>
      <dgm:spPr/>
      <dgm:t>
        <a:bodyPr/>
        <a:lstStyle/>
        <a:p>
          <a:endParaRPr lang="es-PE"/>
        </a:p>
      </dgm:t>
    </dgm:pt>
    <dgm:pt modelId="{664B091F-9171-4F99-A439-DB9E29FBBFD3}">
      <dgm:prSet phldrT="[Texto]"/>
      <dgm:spPr/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s-E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Las fortalezas de carácter son características positivas reflejadas en pensamientos, sentimientos y comportamientos,  que fomentan el logro de relaciones interpersonales positivas para alcanzar la felicidad.</a:t>
          </a:r>
          <a:endParaRPr lang="es-PE" dirty="0"/>
        </a:p>
      </dgm:t>
    </dgm:pt>
    <dgm:pt modelId="{1C4648F4-C9CA-429A-AC83-69B27B638CFB}" type="parTrans" cxnId="{FC10654E-617F-4738-937F-9E2D6B56101E}">
      <dgm:prSet/>
      <dgm:spPr/>
      <dgm:t>
        <a:bodyPr/>
        <a:lstStyle/>
        <a:p>
          <a:endParaRPr lang="es-PE"/>
        </a:p>
      </dgm:t>
    </dgm:pt>
    <dgm:pt modelId="{C54883BE-D5A0-4B5E-BB45-A1FAF843B127}" type="sibTrans" cxnId="{FC10654E-617F-4738-937F-9E2D6B56101E}">
      <dgm:prSet/>
      <dgm:spPr/>
      <dgm:t>
        <a:bodyPr/>
        <a:lstStyle/>
        <a:p>
          <a:endParaRPr lang="es-PE"/>
        </a:p>
      </dgm:t>
    </dgm:pt>
    <dgm:pt modelId="{0E75F703-A5B0-476D-AABD-5C2A10F07593}">
      <dgm:prSet/>
      <dgm:spPr/>
      <dgm:t>
        <a:bodyPr/>
        <a:lstStyle/>
        <a:p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En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las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relaciones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interpersonales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positivas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, se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reflejan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habilidades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socioemocionales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que son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herramientas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que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permiten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a las personas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entender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y regular las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emociones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comprender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las de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los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demás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sentir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y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mostrar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empatía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por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los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otros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establecer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y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desarrollar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relaciones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positivas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tomar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decisiones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responsables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así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como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definir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y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alcanzar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metas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gm:t>
    </dgm:pt>
    <dgm:pt modelId="{24A6F26B-6502-4DCE-9F73-E17F345A9451}" type="parTrans" cxnId="{C35BF554-DF17-467E-83C2-C7B14D591657}">
      <dgm:prSet/>
      <dgm:spPr/>
      <dgm:t>
        <a:bodyPr/>
        <a:lstStyle/>
        <a:p>
          <a:endParaRPr lang="es-PE"/>
        </a:p>
      </dgm:t>
    </dgm:pt>
    <dgm:pt modelId="{E735A423-E2E2-407E-B849-8ABB63BC09EC}" type="sibTrans" cxnId="{C35BF554-DF17-467E-83C2-C7B14D591657}">
      <dgm:prSet/>
      <dgm:spPr/>
      <dgm:t>
        <a:bodyPr/>
        <a:lstStyle/>
        <a:p>
          <a:endParaRPr lang="es-PE"/>
        </a:p>
      </dgm:t>
    </dgm:pt>
    <dgm:pt modelId="{D487045F-3439-43FC-B328-7E467545D8D6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Los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programas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psicologicos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entrenan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a las personas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en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diversas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fortalezas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como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una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alternativa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para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promover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habilidades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y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acciones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que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fomentan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el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bienestar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y la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salud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es-PE" dirty="0"/>
        </a:p>
      </dgm:t>
    </dgm:pt>
    <dgm:pt modelId="{392B0FF5-4AFD-4ECA-8ED0-801224BAD215}" type="parTrans" cxnId="{339ECAB3-59D4-479A-824E-635597FD7F72}">
      <dgm:prSet/>
      <dgm:spPr/>
      <dgm:t>
        <a:bodyPr/>
        <a:lstStyle/>
        <a:p>
          <a:endParaRPr lang="es-PE"/>
        </a:p>
      </dgm:t>
    </dgm:pt>
    <dgm:pt modelId="{104EA130-B9A8-4EEE-B362-D0B6BFD3DF94}" type="sibTrans" cxnId="{339ECAB3-59D4-479A-824E-635597FD7F72}">
      <dgm:prSet/>
      <dgm:spPr/>
      <dgm:t>
        <a:bodyPr/>
        <a:lstStyle/>
        <a:p>
          <a:endParaRPr lang="es-PE"/>
        </a:p>
      </dgm:t>
    </dgm:pt>
    <dgm:pt modelId="{3D64D9F9-CC2E-446F-9CA8-7865E5DB526B}">
      <dgm:prSet/>
      <dgm:spPr/>
      <dgm:t>
        <a:bodyPr/>
        <a:lstStyle/>
        <a:p>
          <a:pPr>
            <a:buFont typeface="+mj-lt"/>
            <a:buAutoNum type="arabicPeriod"/>
          </a:pPr>
          <a:r>
            <a:rPr lang="es-ES" dirty="0">
              <a:latin typeface="Arial" panose="020B0604020202020204" pitchFamily="34" charset="0"/>
              <a:cs typeface="Arial" panose="020B0604020202020204" pitchFamily="34" charset="0"/>
            </a:rPr>
            <a:t>Entre las virtudes que favorecen las relaciones interpersonales positivas, se encuentran la virtud de la humanidad, el coraje, la integridad, la vitalidad, la templanza, la humildad y el autocontrol.</a:t>
          </a:r>
          <a:endParaRPr lang="es-PE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BE3FB20-B5D8-4B85-9F56-0CD5C65686E8}" type="parTrans" cxnId="{4D4E10BB-11A1-4ADD-B108-7EFC47BE8BD1}">
      <dgm:prSet/>
      <dgm:spPr/>
      <dgm:t>
        <a:bodyPr/>
        <a:lstStyle/>
        <a:p>
          <a:endParaRPr lang="es-PE"/>
        </a:p>
      </dgm:t>
    </dgm:pt>
    <dgm:pt modelId="{59AA153C-3112-4913-8491-DF3C3A425326}" type="sibTrans" cxnId="{4D4E10BB-11A1-4ADD-B108-7EFC47BE8BD1}">
      <dgm:prSet/>
      <dgm:spPr/>
      <dgm:t>
        <a:bodyPr/>
        <a:lstStyle/>
        <a:p>
          <a:endParaRPr lang="es-PE"/>
        </a:p>
      </dgm:t>
    </dgm:pt>
    <dgm:pt modelId="{E765864E-B6E0-4F53-B952-132B34EFA7A6}" type="pres">
      <dgm:prSet presAssocID="{7C9AA53D-E79A-4C47-826A-0A7CE29CC6ED}" presName="Name0" presStyleCnt="0">
        <dgm:presLayoutVars>
          <dgm:dir/>
          <dgm:resizeHandles val="exact"/>
        </dgm:presLayoutVars>
      </dgm:prSet>
      <dgm:spPr/>
    </dgm:pt>
    <dgm:pt modelId="{14C8FD1C-19EC-44A5-8FA9-6E80749B7212}" type="pres">
      <dgm:prSet presAssocID="{664B091F-9171-4F99-A439-DB9E29FBBFD3}" presName="composite" presStyleCnt="0"/>
      <dgm:spPr/>
    </dgm:pt>
    <dgm:pt modelId="{3448094F-4E38-42C5-A971-CBE9E286BB11}" type="pres">
      <dgm:prSet presAssocID="{664B091F-9171-4F99-A439-DB9E29FBBFD3}" presName="rect1" presStyleLbl="trAlignAcc1" presStyleIdx="0" presStyleCnt="4">
        <dgm:presLayoutVars>
          <dgm:bulletEnabled val="1"/>
        </dgm:presLayoutVars>
      </dgm:prSet>
      <dgm:spPr/>
    </dgm:pt>
    <dgm:pt modelId="{4692C758-6672-4254-8D75-FB19C433CFAC}" type="pres">
      <dgm:prSet presAssocID="{664B091F-9171-4F99-A439-DB9E29FBBFD3}" presName="rect2" presStyleLbl="fgImgPlace1" presStyleIdx="0" presStyleCnt="4"/>
      <dgm:spPr/>
    </dgm:pt>
    <dgm:pt modelId="{D5C2AB40-E27A-4C03-AD95-1128A8485334}" type="pres">
      <dgm:prSet presAssocID="{C54883BE-D5A0-4B5E-BB45-A1FAF843B127}" presName="sibTrans" presStyleCnt="0"/>
      <dgm:spPr/>
    </dgm:pt>
    <dgm:pt modelId="{6A9726EC-0705-40DA-A3E3-FBCDA86B2F8D}" type="pres">
      <dgm:prSet presAssocID="{0E75F703-A5B0-476D-AABD-5C2A10F07593}" presName="composite" presStyleCnt="0"/>
      <dgm:spPr/>
    </dgm:pt>
    <dgm:pt modelId="{FACE67FC-35DF-440D-BD62-E524DDF3F6C5}" type="pres">
      <dgm:prSet presAssocID="{0E75F703-A5B0-476D-AABD-5C2A10F07593}" presName="rect1" presStyleLbl="trAlignAcc1" presStyleIdx="1" presStyleCnt="4">
        <dgm:presLayoutVars>
          <dgm:bulletEnabled val="1"/>
        </dgm:presLayoutVars>
      </dgm:prSet>
      <dgm:spPr/>
    </dgm:pt>
    <dgm:pt modelId="{9A39E65E-C607-4B82-B01B-9083C8AE9E4C}" type="pres">
      <dgm:prSet presAssocID="{0E75F703-A5B0-476D-AABD-5C2A10F07593}" presName="rect2" presStyleLbl="fgImgPlace1" presStyleIdx="1" presStyleCnt="4"/>
      <dgm:spPr/>
    </dgm:pt>
    <dgm:pt modelId="{866EDB60-D408-4F46-8E94-A781E638B670}" type="pres">
      <dgm:prSet presAssocID="{E735A423-E2E2-407E-B849-8ABB63BC09EC}" presName="sibTrans" presStyleCnt="0"/>
      <dgm:spPr/>
    </dgm:pt>
    <dgm:pt modelId="{41048F3B-BEF3-4A47-B6BC-63AEA481432E}" type="pres">
      <dgm:prSet presAssocID="{D487045F-3439-43FC-B328-7E467545D8D6}" presName="composite" presStyleCnt="0"/>
      <dgm:spPr/>
    </dgm:pt>
    <dgm:pt modelId="{ADE21707-15F5-4D29-814E-F97F916C5926}" type="pres">
      <dgm:prSet presAssocID="{D487045F-3439-43FC-B328-7E467545D8D6}" presName="rect1" presStyleLbl="trAlignAcc1" presStyleIdx="2" presStyleCnt="4">
        <dgm:presLayoutVars>
          <dgm:bulletEnabled val="1"/>
        </dgm:presLayoutVars>
      </dgm:prSet>
      <dgm:spPr/>
    </dgm:pt>
    <dgm:pt modelId="{1B6B8C06-48A1-49A3-AFA2-7AA29B6409AE}" type="pres">
      <dgm:prSet presAssocID="{D487045F-3439-43FC-B328-7E467545D8D6}" presName="rect2" presStyleLbl="fgImgPlace1" presStyleIdx="2" presStyleCnt="4"/>
      <dgm:spPr/>
    </dgm:pt>
    <dgm:pt modelId="{E93B9732-5F79-433C-8719-61F02ED5611E}" type="pres">
      <dgm:prSet presAssocID="{104EA130-B9A8-4EEE-B362-D0B6BFD3DF94}" presName="sibTrans" presStyleCnt="0"/>
      <dgm:spPr/>
    </dgm:pt>
    <dgm:pt modelId="{B6C22893-27CB-445E-8B37-638C58B776D8}" type="pres">
      <dgm:prSet presAssocID="{3D64D9F9-CC2E-446F-9CA8-7865E5DB526B}" presName="composite" presStyleCnt="0"/>
      <dgm:spPr/>
    </dgm:pt>
    <dgm:pt modelId="{2AA17664-0004-4B09-9CAA-FC70845BBA5A}" type="pres">
      <dgm:prSet presAssocID="{3D64D9F9-CC2E-446F-9CA8-7865E5DB526B}" presName="rect1" presStyleLbl="trAlignAcc1" presStyleIdx="3" presStyleCnt="4">
        <dgm:presLayoutVars>
          <dgm:bulletEnabled val="1"/>
        </dgm:presLayoutVars>
      </dgm:prSet>
      <dgm:spPr/>
    </dgm:pt>
    <dgm:pt modelId="{C2DEF399-A192-4A2E-961F-CF2A7F86EB72}" type="pres">
      <dgm:prSet presAssocID="{3D64D9F9-CC2E-446F-9CA8-7865E5DB526B}" presName="rect2" presStyleLbl="fgImgPlace1" presStyleIdx="3" presStyleCnt="4"/>
      <dgm:spPr/>
    </dgm:pt>
  </dgm:ptLst>
  <dgm:cxnLst>
    <dgm:cxn modelId="{51D54D5E-A947-45B2-BBC6-CBE478E6B232}" type="presOf" srcId="{7C9AA53D-E79A-4C47-826A-0A7CE29CC6ED}" destId="{E765864E-B6E0-4F53-B952-132B34EFA7A6}" srcOrd="0" destOrd="0" presId="urn:microsoft.com/office/officeart/2008/layout/PictureStrips"/>
    <dgm:cxn modelId="{FC10654E-617F-4738-937F-9E2D6B56101E}" srcId="{7C9AA53D-E79A-4C47-826A-0A7CE29CC6ED}" destId="{664B091F-9171-4F99-A439-DB9E29FBBFD3}" srcOrd="0" destOrd="0" parTransId="{1C4648F4-C9CA-429A-AC83-69B27B638CFB}" sibTransId="{C54883BE-D5A0-4B5E-BB45-A1FAF843B127}"/>
    <dgm:cxn modelId="{C35BF554-DF17-467E-83C2-C7B14D591657}" srcId="{7C9AA53D-E79A-4C47-826A-0A7CE29CC6ED}" destId="{0E75F703-A5B0-476D-AABD-5C2A10F07593}" srcOrd="1" destOrd="0" parTransId="{24A6F26B-6502-4DCE-9F73-E17F345A9451}" sibTransId="{E735A423-E2E2-407E-B849-8ABB63BC09EC}"/>
    <dgm:cxn modelId="{339ECAB3-59D4-479A-824E-635597FD7F72}" srcId="{7C9AA53D-E79A-4C47-826A-0A7CE29CC6ED}" destId="{D487045F-3439-43FC-B328-7E467545D8D6}" srcOrd="2" destOrd="0" parTransId="{392B0FF5-4AFD-4ECA-8ED0-801224BAD215}" sibTransId="{104EA130-B9A8-4EEE-B362-D0B6BFD3DF94}"/>
    <dgm:cxn modelId="{4D4E10BB-11A1-4ADD-B108-7EFC47BE8BD1}" srcId="{7C9AA53D-E79A-4C47-826A-0A7CE29CC6ED}" destId="{3D64D9F9-CC2E-446F-9CA8-7865E5DB526B}" srcOrd="3" destOrd="0" parTransId="{5BE3FB20-B5D8-4B85-9F56-0CD5C65686E8}" sibTransId="{59AA153C-3112-4913-8491-DF3C3A425326}"/>
    <dgm:cxn modelId="{DB0124BF-E0F0-4A1D-82EA-A96B56B4DA23}" type="presOf" srcId="{0E75F703-A5B0-476D-AABD-5C2A10F07593}" destId="{FACE67FC-35DF-440D-BD62-E524DDF3F6C5}" srcOrd="0" destOrd="0" presId="urn:microsoft.com/office/officeart/2008/layout/PictureStrips"/>
    <dgm:cxn modelId="{36C284C6-5DAA-4676-9D51-857BBAD43A71}" type="presOf" srcId="{3D64D9F9-CC2E-446F-9CA8-7865E5DB526B}" destId="{2AA17664-0004-4B09-9CAA-FC70845BBA5A}" srcOrd="0" destOrd="0" presId="urn:microsoft.com/office/officeart/2008/layout/PictureStrips"/>
    <dgm:cxn modelId="{0055FFC9-60D0-416C-9BF2-2763F5C0A97B}" type="presOf" srcId="{D487045F-3439-43FC-B328-7E467545D8D6}" destId="{ADE21707-15F5-4D29-814E-F97F916C5926}" srcOrd="0" destOrd="0" presId="urn:microsoft.com/office/officeart/2008/layout/PictureStrips"/>
    <dgm:cxn modelId="{77EE56FB-070E-4733-BF0F-9DFC32F84317}" type="presOf" srcId="{664B091F-9171-4F99-A439-DB9E29FBBFD3}" destId="{3448094F-4E38-42C5-A971-CBE9E286BB11}" srcOrd="0" destOrd="0" presId="urn:microsoft.com/office/officeart/2008/layout/PictureStrips"/>
    <dgm:cxn modelId="{3D2D8CCB-FC44-4542-8D3F-23AD8AE5FD6A}" type="presParOf" srcId="{E765864E-B6E0-4F53-B952-132B34EFA7A6}" destId="{14C8FD1C-19EC-44A5-8FA9-6E80749B7212}" srcOrd="0" destOrd="0" presId="urn:microsoft.com/office/officeart/2008/layout/PictureStrips"/>
    <dgm:cxn modelId="{1D6B4CF1-CB4C-4FBE-8B10-584F501E10C8}" type="presParOf" srcId="{14C8FD1C-19EC-44A5-8FA9-6E80749B7212}" destId="{3448094F-4E38-42C5-A971-CBE9E286BB11}" srcOrd="0" destOrd="0" presId="urn:microsoft.com/office/officeart/2008/layout/PictureStrips"/>
    <dgm:cxn modelId="{09F7CC6F-D86B-42F5-956E-46C7E3F886FC}" type="presParOf" srcId="{14C8FD1C-19EC-44A5-8FA9-6E80749B7212}" destId="{4692C758-6672-4254-8D75-FB19C433CFAC}" srcOrd="1" destOrd="0" presId="urn:microsoft.com/office/officeart/2008/layout/PictureStrips"/>
    <dgm:cxn modelId="{A137D102-A5C3-4AA4-AF4B-4D4121C8F8B3}" type="presParOf" srcId="{E765864E-B6E0-4F53-B952-132B34EFA7A6}" destId="{D5C2AB40-E27A-4C03-AD95-1128A8485334}" srcOrd="1" destOrd="0" presId="urn:microsoft.com/office/officeart/2008/layout/PictureStrips"/>
    <dgm:cxn modelId="{0C9C06CD-C7D3-4DFA-BFF2-58C34B981D3D}" type="presParOf" srcId="{E765864E-B6E0-4F53-B952-132B34EFA7A6}" destId="{6A9726EC-0705-40DA-A3E3-FBCDA86B2F8D}" srcOrd="2" destOrd="0" presId="urn:microsoft.com/office/officeart/2008/layout/PictureStrips"/>
    <dgm:cxn modelId="{92AFE818-4FE4-41F5-8C8A-41BC50F6C852}" type="presParOf" srcId="{6A9726EC-0705-40DA-A3E3-FBCDA86B2F8D}" destId="{FACE67FC-35DF-440D-BD62-E524DDF3F6C5}" srcOrd="0" destOrd="0" presId="urn:microsoft.com/office/officeart/2008/layout/PictureStrips"/>
    <dgm:cxn modelId="{F2BD0F12-EE01-4AEE-88DE-F10EC9753F64}" type="presParOf" srcId="{6A9726EC-0705-40DA-A3E3-FBCDA86B2F8D}" destId="{9A39E65E-C607-4B82-B01B-9083C8AE9E4C}" srcOrd="1" destOrd="0" presId="urn:microsoft.com/office/officeart/2008/layout/PictureStrips"/>
    <dgm:cxn modelId="{BE71C9C4-B007-4736-916B-090F6ADB7971}" type="presParOf" srcId="{E765864E-B6E0-4F53-B952-132B34EFA7A6}" destId="{866EDB60-D408-4F46-8E94-A781E638B670}" srcOrd="3" destOrd="0" presId="urn:microsoft.com/office/officeart/2008/layout/PictureStrips"/>
    <dgm:cxn modelId="{CB3D4A48-A3D3-4E7B-9835-30A498DB4CDF}" type="presParOf" srcId="{E765864E-B6E0-4F53-B952-132B34EFA7A6}" destId="{41048F3B-BEF3-4A47-B6BC-63AEA481432E}" srcOrd="4" destOrd="0" presId="urn:microsoft.com/office/officeart/2008/layout/PictureStrips"/>
    <dgm:cxn modelId="{BFBA682C-06DA-4048-B247-728A6D491B50}" type="presParOf" srcId="{41048F3B-BEF3-4A47-B6BC-63AEA481432E}" destId="{ADE21707-15F5-4D29-814E-F97F916C5926}" srcOrd="0" destOrd="0" presId="urn:microsoft.com/office/officeart/2008/layout/PictureStrips"/>
    <dgm:cxn modelId="{A86A639D-4D02-43B2-9958-AB99D3C73DC0}" type="presParOf" srcId="{41048F3B-BEF3-4A47-B6BC-63AEA481432E}" destId="{1B6B8C06-48A1-49A3-AFA2-7AA29B6409AE}" srcOrd="1" destOrd="0" presId="urn:microsoft.com/office/officeart/2008/layout/PictureStrips"/>
    <dgm:cxn modelId="{E76D7486-11DD-4D88-BA87-A4ADFBBD5718}" type="presParOf" srcId="{E765864E-B6E0-4F53-B952-132B34EFA7A6}" destId="{E93B9732-5F79-433C-8719-61F02ED5611E}" srcOrd="5" destOrd="0" presId="urn:microsoft.com/office/officeart/2008/layout/PictureStrips"/>
    <dgm:cxn modelId="{1263CC4E-EBED-4085-8080-DF9121008929}" type="presParOf" srcId="{E765864E-B6E0-4F53-B952-132B34EFA7A6}" destId="{B6C22893-27CB-445E-8B37-638C58B776D8}" srcOrd="6" destOrd="0" presId="urn:microsoft.com/office/officeart/2008/layout/PictureStrips"/>
    <dgm:cxn modelId="{30355ECE-FD18-45CC-8216-93F5A25F077E}" type="presParOf" srcId="{B6C22893-27CB-445E-8B37-638C58B776D8}" destId="{2AA17664-0004-4B09-9CAA-FC70845BBA5A}" srcOrd="0" destOrd="0" presId="urn:microsoft.com/office/officeart/2008/layout/PictureStrips"/>
    <dgm:cxn modelId="{E8D6A575-A50D-41EC-978E-9872D324413C}" type="presParOf" srcId="{B6C22893-27CB-445E-8B37-638C58B776D8}" destId="{C2DEF399-A192-4A2E-961F-CF2A7F86EB72}" srcOrd="1" destOrd="0" presId="urn:microsoft.com/office/officeart/2008/layout/PictureStrip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2CDFCB-2815-4D5E-AE37-EDA4D55325B8}">
      <dsp:nvSpPr>
        <dsp:cNvPr id="0" name=""/>
        <dsp:cNvSpPr/>
      </dsp:nvSpPr>
      <dsp:spPr>
        <a:xfrm>
          <a:off x="5383368" y="846822"/>
          <a:ext cx="3245012" cy="3432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5544"/>
              </a:lnTo>
              <a:lnTo>
                <a:pt x="3245012" y="165544"/>
              </a:lnTo>
              <a:lnTo>
                <a:pt x="3245012" y="3432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51B355-9268-4CAE-9543-FB0BBD284C9C}">
      <dsp:nvSpPr>
        <dsp:cNvPr id="0" name=""/>
        <dsp:cNvSpPr/>
      </dsp:nvSpPr>
      <dsp:spPr>
        <a:xfrm>
          <a:off x="5336447" y="846822"/>
          <a:ext cx="91440" cy="316721"/>
        </a:xfrm>
        <a:custGeom>
          <a:avLst/>
          <a:gdLst/>
          <a:ahLst/>
          <a:cxnLst/>
          <a:rect l="0" t="0" r="0" b="0"/>
          <a:pathLst>
            <a:path>
              <a:moveTo>
                <a:pt x="46921" y="0"/>
              </a:moveTo>
              <a:lnTo>
                <a:pt x="46921" y="139044"/>
              </a:lnTo>
              <a:lnTo>
                <a:pt x="45720" y="139044"/>
              </a:lnTo>
              <a:lnTo>
                <a:pt x="45720" y="316721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8616D5-9160-4660-8819-32FDA0CE82B5}">
      <dsp:nvSpPr>
        <dsp:cNvPr id="0" name=""/>
        <dsp:cNvSpPr/>
      </dsp:nvSpPr>
      <dsp:spPr>
        <a:xfrm>
          <a:off x="2188071" y="846822"/>
          <a:ext cx="3195297" cy="342476"/>
        </a:xfrm>
        <a:custGeom>
          <a:avLst/>
          <a:gdLst/>
          <a:ahLst/>
          <a:cxnLst/>
          <a:rect l="0" t="0" r="0" b="0"/>
          <a:pathLst>
            <a:path>
              <a:moveTo>
                <a:pt x="3195297" y="0"/>
              </a:moveTo>
              <a:lnTo>
                <a:pt x="3195297" y="164799"/>
              </a:lnTo>
              <a:lnTo>
                <a:pt x="0" y="164799"/>
              </a:lnTo>
              <a:lnTo>
                <a:pt x="0" y="342476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DF6BA7-928F-4DC9-B984-BAD9A794B0F8}">
      <dsp:nvSpPr>
        <dsp:cNvPr id="0" name=""/>
        <dsp:cNvSpPr/>
      </dsp:nvSpPr>
      <dsp:spPr>
        <a:xfrm>
          <a:off x="4525748" y="0"/>
          <a:ext cx="1692159" cy="8460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/>
            <a:t>Habilidades del carácter</a:t>
          </a:r>
          <a:endParaRPr lang="es-PE" sz="2300" kern="1200" dirty="0"/>
        </a:p>
      </dsp:txBody>
      <dsp:txXfrm>
        <a:off x="4525748" y="0"/>
        <a:ext cx="1692159" cy="846079"/>
      </dsp:txXfrm>
    </dsp:sp>
    <dsp:sp modelId="{9BBD95CF-4959-42D6-BFFB-429AF9F63D53}">
      <dsp:nvSpPr>
        <dsp:cNvPr id="0" name=""/>
        <dsp:cNvSpPr/>
      </dsp:nvSpPr>
      <dsp:spPr>
        <a:xfrm>
          <a:off x="4537288" y="742"/>
          <a:ext cx="1692159" cy="8460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 dirty="0"/>
            <a:t>Reflejados en tres aspectos</a:t>
          </a:r>
          <a:endParaRPr lang="es-PE" sz="2300" kern="1200" dirty="0"/>
        </a:p>
      </dsp:txBody>
      <dsp:txXfrm>
        <a:off x="4537288" y="742"/>
        <a:ext cx="1692159" cy="846079"/>
      </dsp:txXfrm>
    </dsp:sp>
    <dsp:sp modelId="{D79A029A-C28A-4A3A-8871-3B5C0A72A44C}">
      <dsp:nvSpPr>
        <dsp:cNvPr id="0" name=""/>
        <dsp:cNvSpPr/>
      </dsp:nvSpPr>
      <dsp:spPr>
        <a:xfrm>
          <a:off x="964352" y="1189298"/>
          <a:ext cx="2447438" cy="84607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 dirty="0"/>
            <a:t>Pensamientos</a:t>
          </a:r>
          <a:endParaRPr lang="es-PE" sz="2300" kern="1200" dirty="0"/>
        </a:p>
      </dsp:txBody>
      <dsp:txXfrm>
        <a:off x="964352" y="1189298"/>
        <a:ext cx="2447438" cy="846079"/>
      </dsp:txXfrm>
    </dsp:sp>
    <dsp:sp modelId="{03ABC427-986C-4FB5-8327-566A2DB27DEF}">
      <dsp:nvSpPr>
        <dsp:cNvPr id="0" name=""/>
        <dsp:cNvSpPr/>
      </dsp:nvSpPr>
      <dsp:spPr>
        <a:xfrm>
          <a:off x="4193162" y="1163543"/>
          <a:ext cx="2378009" cy="84607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 dirty="0"/>
            <a:t>Sentimientos</a:t>
          </a:r>
          <a:endParaRPr lang="es-PE" sz="2300" kern="1200" dirty="0"/>
        </a:p>
      </dsp:txBody>
      <dsp:txXfrm>
        <a:off x="4193162" y="1163543"/>
        <a:ext cx="2378009" cy="846079"/>
      </dsp:txXfrm>
    </dsp:sp>
    <dsp:sp modelId="{C016A0EA-CB9C-4F77-9A98-ABC2540CE044}">
      <dsp:nvSpPr>
        <dsp:cNvPr id="0" name=""/>
        <dsp:cNvSpPr/>
      </dsp:nvSpPr>
      <dsp:spPr>
        <a:xfrm>
          <a:off x="7514821" y="1190043"/>
          <a:ext cx="2227119" cy="84607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 dirty="0"/>
            <a:t>Comportamientos</a:t>
          </a:r>
          <a:endParaRPr lang="es-PE" sz="2300" kern="1200" dirty="0"/>
        </a:p>
      </dsp:txBody>
      <dsp:txXfrm>
        <a:off x="7514821" y="1190043"/>
        <a:ext cx="2227119" cy="84607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48094F-4E38-42C5-A971-CBE9E286BB11}">
      <dsp:nvSpPr>
        <dsp:cNvPr id="0" name=""/>
        <dsp:cNvSpPr/>
      </dsp:nvSpPr>
      <dsp:spPr>
        <a:xfrm>
          <a:off x="220197" y="1992411"/>
          <a:ext cx="5244697" cy="1638967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0128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s-ES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Las fortalezas de carácter son características positivas reflejadas en pensamientos, sentimientos y comportamientos,  que fomentan el logro de relaciones interpersonales positivas para alcanzar la felicidad.</a:t>
          </a:r>
          <a:endParaRPr lang="es-PE" sz="1400" kern="1200" dirty="0"/>
        </a:p>
      </dsp:txBody>
      <dsp:txXfrm>
        <a:off x="220197" y="1992411"/>
        <a:ext cx="5244697" cy="1638967"/>
      </dsp:txXfrm>
    </dsp:sp>
    <dsp:sp modelId="{4692C758-6672-4254-8D75-FB19C433CFAC}">
      <dsp:nvSpPr>
        <dsp:cNvPr id="0" name=""/>
        <dsp:cNvSpPr/>
      </dsp:nvSpPr>
      <dsp:spPr>
        <a:xfrm>
          <a:off x="1668" y="1755671"/>
          <a:ext cx="1147277" cy="1720916"/>
        </a:xfrm>
        <a:prstGeom prst="rect">
          <a:avLst/>
        </a:prstGeom>
        <a:solidFill>
          <a:schemeClr val="accent4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FACE67FC-35DF-440D-BD62-E524DDF3F6C5}">
      <dsp:nvSpPr>
        <dsp:cNvPr id="0" name=""/>
        <dsp:cNvSpPr/>
      </dsp:nvSpPr>
      <dsp:spPr>
        <a:xfrm>
          <a:off x="6043934" y="1992411"/>
          <a:ext cx="5244697" cy="1638967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0128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En</a:t>
          </a:r>
          <a:r>
            <a:rPr lang="en-US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las </a:t>
          </a:r>
          <a:r>
            <a:rPr lang="en-US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relaciones</a:t>
          </a:r>
          <a:r>
            <a:rPr lang="en-US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interpersonales</a:t>
          </a:r>
          <a:r>
            <a:rPr lang="en-US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positivas</a:t>
          </a:r>
          <a:r>
            <a:rPr lang="en-US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, se </a:t>
          </a:r>
          <a:r>
            <a:rPr lang="en-US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reflejan</a:t>
          </a:r>
          <a:r>
            <a:rPr lang="en-US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habilidades</a:t>
          </a:r>
          <a:r>
            <a:rPr lang="en-US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socioemocionales</a:t>
          </a:r>
          <a:r>
            <a:rPr lang="en-US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que son </a:t>
          </a:r>
          <a:r>
            <a:rPr lang="en-US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herramientas</a:t>
          </a:r>
          <a:r>
            <a:rPr lang="en-US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que </a:t>
          </a:r>
          <a:r>
            <a:rPr lang="en-US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permiten</a:t>
          </a:r>
          <a:r>
            <a:rPr lang="en-US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a las personas </a:t>
          </a:r>
          <a:r>
            <a:rPr lang="en-US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entender</a:t>
          </a:r>
          <a:r>
            <a:rPr lang="en-US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y regular las </a:t>
          </a:r>
          <a:r>
            <a:rPr lang="en-US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emociones</a:t>
          </a:r>
          <a:r>
            <a:rPr lang="en-US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US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comprender</a:t>
          </a:r>
          <a:r>
            <a:rPr lang="en-US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las de </a:t>
          </a:r>
          <a:r>
            <a:rPr lang="en-US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los</a:t>
          </a:r>
          <a:r>
            <a:rPr lang="en-US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demás</a:t>
          </a:r>
          <a:r>
            <a:rPr lang="en-US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US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sentir</a:t>
          </a:r>
          <a:r>
            <a:rPr lang="en-US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y </a:t>
          </a:r>
          <a:r>
            <a:rPr lang="en-US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mostrar</a:t>
          </a:r>
          <a:r>
            <a:rPr lang="en-US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empatía</a:t>
          </a:r>
          <a:r>
            <a:rPr lang="en-US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por</a:t>
          </a:r>
          <a:r>
            <a:rPr lang="en-US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los</a:t>
          </a:r>
          <a:r>
            <a:rPr lang="en-US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otros</a:t>
          </a:r>
          <a:r>
            <a:rPr lang="en-US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US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establecer</a:t>
          </a:r>
          <a:r>
            <a:rPr lang="en-US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y </a:t>
          </a:r>
          <a:r>
            <a:rPr lang="en-US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desarrollar</a:t>
          </a:r>
          <a:r>
            <a:rPr lang="en-US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relaciones</a:t>
          </a:r>
          <a:r>
            <a:rPr lang="en-US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positivas</a:t>
          </a:r>
          <a:r>
            <a:rPr lang="en-US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US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tomar</a:t>
          </a:r>
          <a:r>
            <a:rPr lang="en-US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decisiones</a:t>
          </a:r>
          <a:r>
            <a:rPr lang="en-US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responsables</a:t>
          </a:r>
          <a:r>
            <a:rPr lang="en-US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US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así</a:t>
          </a:r>
          <a:r>
            <a:rPr lang="en-US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como</a:t>
          </a:r>
          <a:r>
            <a:rPr lang="en-US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definir</a:t>
          </a:r>
          <a:r>
            <a:rPr lang="en-US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y </a:t>
          </a:r>
          <a:r>
            <a:rPr lang="en-US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alcanzar</a:t>
          </a:r>
          <a:r>
            <a:rPr lang="en-US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metas</a:t>
          </a:r>
          <a:r>
            <a:rPr lang="en-US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sp:txBody>
      <dsp:txXfrm>
        <a:off x="6043934" y="1992411"/>
        <a:ext cx="5244697" cy="1638967"/>
      </dsp:txXfrm>
    </dsp:sp>
    <dsp:sp modelId="{9A39E65E-C607-4B82-B01B-9083C8AE9E4C}">
      <dsp:nvSpPr>
        <dsp:cNvPr id="0" name=""/>
        <dsp:cNvSpPr/>
      </dsp:nvSpPr>
      <dsp:spPr>
        <a:xfrm>
          <a:off x="5825405" y="1755671"/>
          <a:ext cx="1147277" cy="1720916"/>
        </a:xfrm>
        <a:prstGeom prst="rect">
          <a:avLst/>
        </a:prstGeom>
        <a:solidFill>
          <a:schemeClr val="accent4">
            <a:tint val="50000"/>
            <a:hueOff val="3596065"/>
            <a:satOff val="-16735"/>
            <a:lumOff val="-734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ADE21707-15F5-4D29-814E-F97F916C5926}">
      <dsp:nvSpPr>
        <dsp:cNvPr id="0" name=""/>
        <dsp:cNvSpPr/>
      </dsp:nvSpPr>
      <dsp:spPr>
        <a:xfrm>
          <a:off x="220197" y="4055689"/>
          <a:ext cx="5244697" cy="1638967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0128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Los </a:t>
          </a:r>
          <a:r>
            <a:rPr lang="en-US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programas</a:t>
          </a:r>
          <a:r>
            <a:rPr lang="en-US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psicologicos</a:t>
          </a:r>
          <a:r>
            <a:rPr lang="en-US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entrenan</a:t>
          </a:r>
          <a:r>
            <a:rPr lang="en-US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a las personas </a:t>
          </a:r>
          <a:r>
            <a:rPr lang="en-US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en</a:t>
          </a:r>
          <a:r>
            <a:rPr lang="en-US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diversas</a:t>
          </a:r>
          <a:r>
            <a:rPr lang="en-US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fortalezas</a:t>
          </a:r>
          <a:r>
            <a:rPr lang="en-US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US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como</a:t>
          </a:r>
          <a:r>
            <a:rPr lang="en-US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una</a:t>
          </a:r>
          <a:r>
            <a:rPr lang="en-US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alternativa</a:t>
          </a:r>
          <a:r>
            <a:rPr lang="en-US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para </a:t>
          </a:r>
          <a:r>
            <a:rPr lang="en-US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promover</a:t>
          </a:r>
          <a:r>
            <a:rPr lang="en-US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habilidades</a:t>
          </a:r>
          <a:r>
            <a:rPr lang="en-US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y </a:t>
          </a:r>
          <a:r>
            <a:rPr lang="en-US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acciones</a:t>
          </a:r>
          <a:r>
            <a:rPr lang="en-US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que </a:t>
          </a:r>
          <a:r>
            <a:rPr lang="en-US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fomentan</a:t>
          </a:r>
          <a:r>
            <a:rPr lang="en-US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el</a:t>
          </a:r>
          <a:r>
            <a:rPr lang="en-US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bienestar</a:t>
          </a:r>
          <a:r>
            <a:rPr lang="en-US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y la </a:t>
          </a:r>
          <a:r>
            <a:rPr lang="en-US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salud</a:t>
          </a:r>
          <a:r>
            <a:rPr lang="en-US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es-PE" sz="1400" kern="1200" dirty="0"/>
        </a:p>
      </dsp:txBody>
      <dsp:txXfrm>
        <a:off x="220197" y="4055689"/>
        <a:ext cx="5244697" cy="1638967"/>
      </dsp:txXfrm>
    </dsp:sp>
    <dsp:sp modelId="{1B6B8C06-48A1-49A3-AFA2-7AA29B6409AE}">
      <dsp:nvSpPr>
        <dsp:cNvPr id="0" name=""/>
        <dsp:cNvSpPr/>
      </dsp:nvSpPr>
      <dsp:spPr>
        <a:xfrm>
          <a:off x="1668" y="3818949"/>
          <a:ext cx="1147277" cy="1720916"/>
        </a:xfrm>
        <a:prstGeom prst="rect">
          <a:avLst/>
        </a:prstGeom>
        <a:solidFill>
          <a:schemeClr val="accent4">
            <a:tint val="50000"/>
            <a:hueOff val="7192130"/>
            <a:satOff val="-33471"/>
            <a:lumOff val="-1468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2AA17664-0004-4B09-9CAA-FC70845BBA5A}">
      <dsp:nvSpPr>
        <dsp:cNvPr id="0" name=""/>
        <dsp:cNvSpPr/>
      </dsp:nvSpPr>
      <dsp:spPr>
        <a:xfrm>
          <a:off x="6043934" y="4055689"/>
          <a:ext cx="5244697" cy="1638967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0128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ES" sz="1400" kern="1200" dirty="0">
              <a:latin typeface="Arial" panose="020B0604020202020204" pitchFamily="34" charset="0"/>
              <a:cs typeface="Arial" panose="020B0604020202020204" pitchFamily="34" charset="0"/>
            </a:rPr>
            <a:t>Entre las virtudes que favorecen las relaciones interpersonales positivas, se encuentran la virtud de la humanidad, el coraje, la integridad, la vitalidad, la templanza, la humildad y el autocontrol.</a:t>
          </a:r>
          <a:endParaRPr lang="es-PE" sz="1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6043934" y="4055689"/>
        <a:ext cx="5244697" cy="1638967"/>
      </dsp:txXfrm>
    </dsp:sp>
    <dsp:sp modelId="{C2DEF399-A192-4A2E-961F-CF2A7F86EB72}">
      <dsp:nvSpPr>
        <dsp:cNvPr id="0" name=""/>
        <dsp:cNvSpPr/>
      </dsp:nvSpPr>
      <dsp:spPr>
        <a:xfrm>
          <a:off x="5825405" y="3818949"/>
          <a:ext cx="1147277" cy="1720916"/>
        </a:xfrm>
        <a:prstGeom prst="rect">
          <a:avLst/>
        </a:prstGeom>
        <a:solidFill>
          <a:schemeClr val="accent4">
            <a:tint val="50000"/>
            <a:hueOff val="10788194"/>
            <a:satOff val="-50206"/>
            <a:lumOff val="-2202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PictureStrips">
  <dgm:title val=""/>
  <dgm:desc val=""/>
  <dgm:catLst>
    <dgm:cat type="list" pri="12500"/>
    <dgm:cat type="picture" pri="13000"/>
    <dgm:cat type="pictureconvert" pri="13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2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3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04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if>
          <dgm:else name="Name6">
            <dgm:constrLst>
              <dgm:constr type="l" for="ch" forName="rect1" refType="w" fact="0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.79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else>
        </dgm:choose>
        <dgm:layoutNode name="rect1" styleLbl="trAlignAcc1">
          <dgm:varLst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>
            <dgm:adjLst/>
          </dgm:shape>
          <dgm:presOf axis="desOrSelf" ptType="node"/>
          <dgm:choose name="Name7">
            <dgm:if name="Name8" func="var" arg="dir" op="equ" val="norm">
              <dgm:constrLst>
                <dgm:constr type="lMarg" refType="w" fact="0.6"/>
                <dgm:constr type="rMarg" refType="primFontSz" fact="0.3"/>
                <dgm:constr type="tMarg" refType="primFontSz" fact="0.3"/>
                <dgm:constr type="bMarg" refType="primFontSz" fact="0.3"/>
              </dgm:constrLst>
            </dgm:if>
            <dgm:else name="Name9">
              <dgm:constrLst>
                <dgm:constr type="lMarg" refType="primFontSz" fact="0.3"/>
                <dgm:constr type="rMarg" refType="w" fact="0.6"/>
                <dgm:constr type="tMarg" refType="primFontSz" fact="0.3"/>
                <dgm:constr type="bMarg" refType="primFontSz" fact="0.3"/>
              </dgm:constrLst>
            </dgm:else>
          </dgm:choose>
          <dgm:ruleLst>
            <dgm:rule type="primFontSz" val="5" fact="NaN" max="NaN"/>
          </dgm:ruleLst>
        </dgm:layoutNode>
        <dgm:layoutNode name="rect2" styleLbl="f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D558F5-3763-4A4B-9A9A-772145C912AC}" type="datetimeFigureOut">
              <a:rPr lang="es-PE" smtClean="0"/>
              <a:t>26/05/2022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431FF8-CA3C-4593-A64D-0D84A55B8B9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40526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dirty="0"/>
              <a:t>+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7280FB-651A-479F-A249-C02094A29ACD}" type="slidenum">
              <a:rPr lang="es-PE" smtClean="0"/>
              <a:t>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36311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694F4494-60A8-F94B-ADEC-907EF815E6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02334" y="1565314"/>
            <a:ext cx="6410438" cy="372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418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87936180-6920-A440-8DBC-4234BA90CC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5650" y="521959"/>
            <a:ext cx="358109" cy="565436"/>
          </a:xfrm>
          <a:prstGeom prst="rect">
            <a:avLst/>
          </a:prstGeom>
        </p:spPr>
      </p:pic>
      <p:sp>
        <p:nvSpPr>
          <p:cNvPr id="14" name="Título 1">
            <a:extLst>
              <a:ext uri="{FF2B5EF4-FFF2-40B4-BE49-F238E27FC236}">
                <a16:creationId xmlns:a16="http://schemas.microsoft.com/office/drawing/2014/main" id="{A2F3ED2E-A88C-5745-A1DB-DC408573E0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0730" y="280064"/>
            <a:ext cx="10515600" cy="6142001"/>
          </a:xfrm>
          <a:prstGeom prst="rect">
            <a:avLst/>
          </a:prstGeom>
        </p:spPr>
        <p:txBody>
          <a:bodyPr/>
          <a:lstStyle>
            <a:lvl1pPr>
              <a:defRPr sz="13000" b="1" i="0">
                <a:solidFill>
                  <a:schemeClr val="bg1"/>
                </a:solidFill>
                <a:latin typeface="Sharp Grotesk Bold 15" pitchFamily="2" charset="77"/>
              </a:defRPr>
            </a:lvl1pPr>
          </a:lstStyle>
          <a:p>
            <a:r>
              <a:rPr lang="es-MX" dirty="0"/>
              <a:t>PON AQUÍ</a:t>
            </a:r>
            <a:br>
              <a:rPr lang="es-MX" dirty="0"/>
            </a:br>
            <a:r>
              <a:rPr lang="es-MX" dirty="0"/>
              <a:t>EL TÍTULO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41274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Diapositiva de 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A62614D-B318-9B49-AC78-074B9FFF9D6D}"/>
              </a:ext>
            </a:extLst>
          </p:cNvPr>
          <p:cNvSpPr/>
          <p:nvPr userDrawn="1"/>
        </p:nvSpPr>
        <p:spPr>
          <a:xfrm>
            <a:off x="0" y="3848986"/>
            <a:ext cx="12241619" cy="300901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4C2DC12-AF05-A143-8621-528D1B9A953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71107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l">
              <a:defRPr sz="11500" b="1" i="0">
                <a:solidFill>
                  <a:schemeClr val="bg1"/>
                </a:solidFill>
                <a:latin typeface="Sharp Grotesk Bold 15" pitchFamily="2" charset="77"/>
              </a:defRPr>
            </a:lvl1pPr>
          </a:lstStyle>
          <a:p>
            <a:r>
              <a:rPr lang="es-MX" dirty="0"/>
              <a:t>AQUÍ VA EL</a:t>
            </a:r>
            <a:br>
              <a:rPr lang="es-MX" dirty="0"/>
            </a:br>
            <a:r>
              <a:rPr lang="es-MX" dirty="0"/>
              <a:t>TÍTULO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2B032AA-93EF-5740-995C-2DC0B2CD730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71107" y="4907756"/>
            <a:ext cx="9144000" cy="1655762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4800" b="1" i="0">
                <a:solidFill>
                  <a:schemeClr val="tx1"/>
                </a:solidFill>
                <a:latin typeface="Sharp Grotesk SemiBold 15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 dirty="0"/>
              <a:t>AQUÍ VA EL SUBTÍTULO</a:t>
            </a:r>
            <a:endParaRPr lang="es-PE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385E4DA-ED05-BD47-9617-87BA2EA873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5650" y="521959"/>
            <a:ext cx="358109" cy="565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022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1B87CD67-DBC4-0245-BA01-94A55FCC33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88092"/>
            <a:ext cx="11360320" cy="6734432"/>
          </a:xfrm>
          <a:prstGeom prst="rect">
            <a:avLst/>
          </a:prstGeom>
        </p:spPr>
      </p:pic>
      <p:sp>
        <p:nvSpPr>
          <p:cNvPr id="12" name="Marcador de contenido 1">
            <a:extLst>
              <a:ext uri="{FF2B5EF4-FFF2-40B4-BE49-F238E27FC236}">
                <a16:creationId xmlns:a16="http://schemas.microsoft.com/office/drawing/2014/main" id="{BF080DA7-716D-E14B-992D-32256A413F7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>
                <a:latin typeface="Telegraf" pitchFamily="2" charset="77"/>
              </a:defRPr>
            </a:lvl1pPr>
          </a:lstStyle>
          <a:p>
            <a:r>
              <a:rPr lang="es-PE" sz="1600" dirty="0"/>
              <a:t>Aquí escribe tu texto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F4DF5025-7040-1D44-A59E-0190DC0F979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8214" y="403086"/>
            <a:ext cx="9144000" cy="451256"/>
          </a:xfrm>
          <a:prstGeom prst="rect">
            <a:avLst/>
          </a:prstGeom>
        </p:spPr>
        <p:txBody>
          <a:bodyPr anchor="b"/>
          <a:lstStyle>
            <a:lvl1pPr algn="l">
              <a:defRPr sz="2600" b="1" i="0">
                <a:solidFill>
                  <a:schemeClr val="bg1"/>
                </a:solidFill>
                <a:latin typeface="Sharp Grotesk SemiBold 15" pitchFamily="2" charset="77"/>
              </a:defRPr>
            </a:lvl1pPr>
          </a:lstStyle>
          <a:p>
            <a:r>
              <a:rPr lang="es-MX" dirty="0"/>
              <a:t>AQUÍ VA EL TÍTULO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011246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5B736E5-2EFE-1644-B6C2-05E4C46001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9948" y="291353"/>
            <a:ext cx="11363747" cy="6736464"/>
          </a:xfrm>
          <a:prstGeom prst="rect">
            <a:avLst/>
          </a:prstGeom>
        </p:spPr>
      </p:pic>
      <p:sp>
        <p:nvSpPr>
          <p:cNvPr id="7" name="Marcador de contenido 1">
            <a:extLst>
              <a:ext uri="{FF2B5EF4-FFF2-40B4-BE49-F238E27FC236}">
                <a16:creationId xmlns:a16="http://schemas.microsoft.com/office/drawing/2014/main" id="{7A8BB5C6-A5C5-AE4C-814E-04C40E329BC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  <a:latin typeface="Telegraf" pitchFamily="2" charset="77"/>
              </a:defRPr>
            </a:lvl1pPr>
          </a:lstStyle>
          <a:p>
            <a:pPr marL="0" indent="0">
              <a:buNone/>
            </a:pPr>
            <a:r>
              <a:rPr lang="es-PE" sz="1600" dirty="0"/>
              <a:t>Aquí escribe tu texto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5455A7D5-225A-1240-935E-3FC73FF0C3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8214" y="403086"/>
            <a:ext cx="9144000" cy="451256"/>
          </a:xfrm>
          <a:prstGeom prst="rect">
            <a:avLst/>
          </a:prstGeom>
        </p:spPr>
        <p:txBody>
          <a:bodyPr anchor="b"/>
          <a:lstStyle>
            <a:lvl1pPr algn="l">
              <a:defRPr sz="2600" b="1" i="0">
                <a:solidFill>
                  <a:schemeClr val="tx1"/>
                </a:solidFill>
                <a:latin typeface="Sharp Grotesk SemiBold 15" pitchFamily="2" charset="77"/>
              </a:defRPr>
            </a:lvl1pPr>
          </a:lstStyle>
          <a:p>
            <a:r>
              <a:rPr lang="es-MX" dirty="0"/>
              <a:t>AQUÍ VA EL TÍTULO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130606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ació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0A5CED1-12BB-4048-9010-3BAB684D76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8750" y="295422"/>
            <a:ext cx="11390786" cy="6752492"/>
          </a:xfrm>
          <a:prstGeom prst="rect">
            <a:avLst/>
          </a:prstGeom>
        </p:spPr>
      </p:pic>
      <p:sp>
        <p:nvSpPr>
          <p:cNvPr id="12" name="Marcador de contenido 1">
            <a:extLst>
              <a:ext uri="{FF2B5EF4-FFF2-40B4-BE49-F238E27FC236}">
                <a16:creationId xmlns:a16="http://schemas.microsoft.com/office/drawing/2014/main" id="{BF080DA7-716D-E14B-992D-32256A413F7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>
                <a:latin typeface="Telegraf" pitchFamily="2" charset="77"/>
              </a:defRPr>
            </a:lvl1pPr>
          </a:lstStyle>
          <a:p>
            <a:r>
              <a:rPr lang="es-PE" sz="1600" dirty="0"/>
              <a:t>Aquí escribe tu texto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2A9A36F-45BA-1A47-9679-13B79998997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8214" y="403086"/>
            <a:ext cx="9144000" cy="451256"/>
          </a:xfrm>
          <a:prstGeom prst="rect">
            <a:avLst/>
          </a:prstGeom>
        </p:spPr>
        <p:txBody>
          <a:bodyPr anchor="b"/>
          <a:lstStyle>
            <a:lvl1pPr algn="l">
              <a:defRPr sz="2600" b="1" i="0">
                <a:solidFill>
                  <a:srgbClr val="FFC000"/>
                </a:solidFill>
                <a:latin typeface="Sharp Grotesk SemiBold 15" pitchFamily="2" charset="77"/>
              </a:defRPr>
            </a:lvl1pPr>
          </a:lstStyle>
          <a:p>
            <a:r>
              <a:rPr lang="es-MX" dirty="0"/>
              <a:t>AQUÍ VA EL TÍTULO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023761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55BE4CB1-6B47-784C-A035-FCB070F18C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8749" y="312160"/>
            <a:ext cx="11362549" cy="6735754"/>
          </a:xfrm>
          <a:prstGeom prst="rect">
            <a:avLst/>
          </a:prstGeom>
        </p:spPr>
      </p:pic>
      <p:sp>
        <p:nvSpPr>
          <p:cNvPr id="9" name="Marcador de contenido 1">
            <a:extLst>
              <a:ext uri="{FF2B5EF4-FFF2-40B4-BE49-F238E27FC236}">
                <a16:creationId xmlns:a16="http://schemas.microsoft.com/office/drawing/2014/main" id="{DE5ECC0C-7818-2641-88D5-363A2C74807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>
                <a:latin typeface="Telegraf" pitchFamily="2" charset="77"/>
              </a:defRPr>
            </a:lvl1pPr>
          </a:lstStyle>
          <a:p>
            <a:r>
              <a:rPr lang="es-PE" sz="1600" dirty="0"/>
              <a:t>Aquí escribe tu texto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1C7D6BDD-E309-0B4B-8A99-02B6F163CBB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8214" y="403086"/>
            <a:ext cx="9144000" cy="451256"/>
          </a:xfrm>
          <a:prstGeom prst="rect">
            <a:avLst/>
          </a:prstGeom>
        </p:spPr>
        <p:txBody>
          <a:bodyPr anchor="b"/>
          <a:lstStyle>
            <a:lvl1pPr algn="l">
              <a:defRPr sz="2600" b="1" i="0">
                <a:solidFill>
                  <a:schemeClr val="tx1"/>
                </a:solidFill>
                <a:latin typeface="Sharp Grotesk SemiBold 15" pitchFamily="2" charset="77"/>
              </a:defRPr>
            </a:lvl1pPr>
          </a:lstStyle>
          <a:p>
            <a:r>
              <a:rPr lang="es-MX" dirty="0"/>
              <a:t>AQUÍ VA EL TÍTULO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438178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5E9878E-430E-CE44-AF63-5C6DFBFA4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02334" y="1570456"/>
            <a:ext cx="6410438" cy="3718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98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9988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79" r:id="rId3"/>
    <p:sldLayoutId id="2147483653" r:id="rId4"/>
    <p:sldLayoutId id="2147483654" r:id="rId5"/>
    <p:sldLayoutId id="2147483666" r:id="rId6"/>
    <p:sldLayoutId id="2147483678" r:id="rId7"/>
    <p:sldLayoutId id="2147483649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Sharp Grotesk Book 2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5" Type="http://schemas.microsoft.com/office/2007/relationships/hdphoto" Target="../media/hdphoto2.wdp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11" Type="http://schemas.openxmlformats.org/officeDocument/2006/relationships/image" Target="../media/image18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17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microsoft.com/office/2007/relationships/hdphoto" Target="../media/hdphoto3.wdp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31.jpe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upn.blackboard.com/ultra/courses/_1442897_1/outline/lti/launchFrame?toolHref=https:~2F~2Fupn.blackboard.com~2Fwebapps~2Fblackboard~2Fexecute~2Fblti~2FlaunchLink%3Fcourse_id%3D_1442897_1%26content_id%3D_21116839_1%26from_ultra%3Dtrue" TargetMode="Externa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8731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DF341F-1F4E-E54D-8B18-D84C39E42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82" y="372208"/>
            <a:ext cx="10515600" cy="5985229"/>
          </a:xfrm>
        </p:spPr>
        <p:txBody>
          <a:bodyPr/>
          <a:lstStyle/>
          <a:p>
            <a:r>
              <a:rPr lang="es-PE" sz="6000" dirty="0">
                <a:latin typeface="Arial" panose="020B0604020202020204" pitchFamily="34" charset="0"/>
                <a:cs typeface="Arial" panose="020B0604020202020204" pitchFamily="34" charset="0"/>
              </a:rPr>
              <a:t>Psicología de la Felicidad</a:t>
            </a:r>
          </a:p>
        </p:txBody>
      </p:sp>
      <p:sp>
        <p:nvSpPr>
          <p:cNvPr id="5" name="2 Marcador de texto"/>
          <p:cNvSpPr txBox="1">
            <a:spLocks/>
          </p:cNvSpPr>
          <p:nvPr/>
        </p:nvSpPr>
        <p:spPr>
          <a:xfrm>
            <a:off x="990667" y="2048215"/>
            <a:ext cx="2839237" cy="77235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s-PE" sz="2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s-PE" sz="2000" dirty="0">
                <a:solidFill>
                  <a:schemeClr val="bg1"/>
                </a:solidFill>
                <a:latin typeface="Arial" panose="020B0604020202020204" pitchFamily="34" charset="0"/>
              </a:rPr>
              <a:t>Semana 10</a:t>
            </a:r>
          </a:p>
          <a:p>
            <a:pPr marL="0" indent="0">
              <a:buNone/>
            </a:pPr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6" name="4 Marcador de texto"/>
          <p:cNvSpPr txBox="1">
            <a:spLocks/>
          </p:cNvSpPr>
          <p:nvPr/>
        </p:nvSpPr>
        <p:spPr>
          <a:xfrm>
            <a:off x="990668" y="6041292"/>
            <a:ext cx="5742235" cy="4445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US" sz="2400" dirty="0">
                <a:solidFill>
                  <a:schemeClr val="bg1"/>
                </a:solidFill>
                <a:latin typeface="Arial" panose="020B0604020202020204" pitchFamily="34" charset="0"/>
              </a:rPr>
              <a:t>Universidad Privada del Norte  2022-1</a:t>
            </a:r>
            <a:endParaRPr lang="en-US" sz="24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9" name="2 Marcador de texto">
            <a:extLst>
              <a:ext uri="{FF2B5EF4-FFF2-40B4-BE49-F238E27FC236}">
                <a16:creationId xmlns:a16="http://schemas.microsoft.com/office/drawing/2014/main" id="{C4130B1F-069F-4AE6-A654-6560BA71CC4E}"/>
              </a:ext>
            </a:extLst>
          </p:cNvPr>
          <p:cNvSpPr txBox="1">
            <a:spLocks/>
          </p:cNvSpPr>
          <p:nvPr/>
        </p:nvSpPr>
        <p:spPr>
          <a:xfrm>
            <a:off x="990668" y="3042821"/>
            <a:ext cx="2839237" cy="77235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s-PE" sz="2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s-PE" sz="2000" dirty="0">
                <a:solidFill>
                  <a:schemeClr val="bg1"/>
                </a:solidFill>
                <a:latin typeface="Arial" panose="020B0604020202020204" pitchFamily="34" charset="0"/>
              </a:rPr>
              <a:t>Módulo 09</a:t>
            </a:r>
          </a:p>
          <a:p>
            <a:pPr marL="0" indent="0" algn="ctr">
              <a:buNone/>
            </a:pPr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" name="2 Marcador de texto">
            <a:extLst>
              <a:ext uri="{FF2B5EF4-FFF2-40B4-BE49-F238E27FC236}">
                <a16:creationId xmlns:a16="http://schemas.microsoft.com/office/drawing/2014/main" id="{3E9093F9-04FC-4C57-AA34-C9D918BE8580}"/>
              </a:ext>
            </a:extLst>
          </p:cNvPr>
          <p:cNvSpPr txBox="1">
            <a:spLocks/>
          </p:cNvSpPr>
          <p:nvPr/>
        </p:nvSpPr>
        <p:spPr>
          <a:xfrm>
            <a:off x="1022548" y="4044753"/>
            <a:ext cx="2839237" cy="77235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s-PE" sz="2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s-PE" sz="2000" dirty="0">
                <a:solidFill>
                  <a:schemeClr val="bg1"/>
                </a:solidFill>
                <a:latin typeface="Arial" panose="020B0604020202020204" pitchFamily="34" charset="0"/>
              </a:rPr>
              <a:t>Videoconferencia</a:t>
            </a:r>
            <a:r>
              <a:rPr lang="es-PE" sz="2000" dirty="0">
                <a:latin typeface="Arial" panose="020B0604020202020204" pitchFamily="34" charset="0"/>
              </a:rPr>
              <a:t> </a:t>
            </a:r>
            <a:r>
              <a:rPr lang="es-PE" sz="2000" dirty="0">
                <a:solidFill>
                  <a:schemeClr val="bg1"/>
                </a:solidFill>
                <a:latin typeface="Arial" panose="020B0604020202020204" pitchFamily="34" charset="0"/>
              </a:rPr>
              <a:t>10</a:t>
            </a:r>
          </a:p>
          <a:p>
            <a:pPr marL="0" indent="0">
              <a:buNone/>
            </a:pPr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768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7E1F38-5FAF-0740-ACC2-7E668903D8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sz="8000" dirty="0">
                <a:latin typeface="Arial" panose="020B0604020202020204" pitchFamily="34" charset="0"/>
                <a:cs typeface="Arial" panose="020B0604020202020204" pitchFamily="34" charset="0"/>
              </a:rPr>
              <a:t>Módulo 09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696BA6-31BD-E445-AB32-5A881A7F6F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336688"/>
            <a:ext cx="11789664" cy="1655762"/>
          </a:xfrm>
        </p:spPr>
        <p:txBody>
          <a:bodyPr/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“Habilidades del carácter y relaciones interpersonales positivas” </a:t>
            </a: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910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42400" y="190475"/>
            <a:ext cx="4715826" cy="1097070"/>
          </a:xfrm>
        </p:spPr>
        <p:txBody>
          <a:bodyPr/>
          <a:lstStyle/>
          <a:p>
            <a:r>
              <a:rPr lang="es-PE" sz="4000" dirty="0">
                <a:latin typeface="Arial" panose="020B0604020202020204" pitchFamily="34" charset="0"/>
                <a:cs typeface="Arial" panose="020B0604020202020204" pitchFamily="34" charset="0"/>
              </a:rPr>
              <a:t>Bienvenidos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295" y="-8013"/>
            <a:ext cx="5491705" cy="3869367"/>
          </a:xfrm>
          <a:prstGeom prst="rect">
            <a:avLst/>
          </a:prstGeom>
        </p:spPr>
      </p:pic>
      <p:sp>
        <p:nvSpPr>
          <p:cNvPr id="5" name="Subtítulo 2"/>
          <p:cNvSpPr txBox="1">
            <a:spLocks/>
          </p:cNvSpPr>
          <p:nvPr/>
        </p:nvSpPr>
        <p:spPr>
          <a:xfrm>
            <a:off x="329301" y="1486033"/>
            <a:ext cx="6502923" cy="2050140"/>
          </a:xfrm>
          <a:prstGeom prst="rect">
            <a:avLst/>
          </a:prstGeom>
          <a:noFill/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1" i="0" kern="1200">
                <a:solidFill>
                  <a:schemeClr val="tx1"/>
                </a:solidFill>
                <a:latin typeface="Sharp Grotesk SemiBold 15" pitchFamily="2" charset="77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 sz="1800" b="0" dirty="0">
                <a:solidFill>
                  <a:schemeClr val="bg1"/>
                </a:solidFill>
                <a:latin typeface="Telegraf" panose="00000500000000000000"/>
              </a:rPr>
              <a:t>Por favor, tener en cuenta lo siguiente para construir juntos una súper experiencia de aprendizaje.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PE" sz="1800" b="0" dirty="0">
                <a:solidFill>
                  <a:schemeClr val="bg1"/>
                </a:solidFill>
                <a:latin typeface="Telegraf" panose="00000500000000000000"/>
              </a:rPr>
              <a:t>Al ingresar, nos saludamos en el chat.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PE" sz="1800" b="0" dirty="0">
                <a:solidFill>
                  <a:schemeClr val="bg1"/>
                </a:solidFill>
                <a:latin typeface="Telegraf" panose="00000500000000000000"/>
              </a:rPr>
              <a:t>Participa siguiendo las indicaciones del docente.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911927" y="4276228"/>
            <a:ext cx="10079499" cy="1655762"/>
          </a:xfrm>
        </p:spPr>
        <p:txBody>
          <a:bodyPr/>
          <a:lstStyle/>
          <a:p>
            <a:r>
              <a:rPr lang="es-MX" sz="4000" dirty="0"/>
              <a:t>“No hay que apagar la luz del otro para lograr que brille la nuestra”. </a:t>
            </a:r>
          </a:p>
          <a:p>
            <a:pPr algn="r"/>
            <a:r>
              <a:rPr lang="es-MX" sz="4000" dirty="0"/>
              <a:t>Gandhi</a:t>
            </a:r>
            <a:r>
              <a:rPr lang="es-PE" sz="4000" dirty="0"/>
              <a:t> </a:t>
            </a:r>
          </a:p>
          <a:p>
            <a:r>
              <a:rPr lang="es-P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55124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7F4493E-A3E8-F745-8DE9-E5DEE88184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sz="4000" dirty="0">
                <a:latin typeface="Arial" panose="020B0604020202020204" pitchFamily="34" charset="0"/>
                <a:cs typeface="Arial" panose="020B0604020202020204" pitchFamily="34" charset="0"/>
              </a:rPr>
              <a:t>Estructura de la sesión</a:t>
            </a:r>
          </a:p>
        </p:txBody>
      </p:sp>
      <p:sp>
        <p:nvSpPr>
          <p:cNvPr id="5" name="5 Marcador de texto"/>
          <p:cNvSpPr txBox="1">
            <a:spLocks/>
          </p:cNvSpPr>
          <p:nvPr/>
        </p:nvSpPr>
        <p:spPr>
          <a:xfrm>
            <a:off x="534898" y="1651794"/>
            <a:ext cx="7396800" cy="533400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Marcador de contenido 9">
            <a:extLst>
              <a:ext uri="{FF2B5EF4-FFF2-40B4-BE49-F238E27FC236}">
                <a16:creationId xmlns:a16="http://schemas.microsoft.com/office/drawing/2014/main" id="{0B628BF8-E047-44AC-A25B-5AD644DCC9AC}"/>
              </a:ext>
            </a:extLst>
          </p:cNvPr>
          <p:cNvSpPr txBox="1">
            <a:spLocks/>
          </p:cNvSpPr>
          <p:nvPr/>
        </p:nvSpPr>
        <p:spPr>
          <a:xfrm>
            <a:off x="926454" y="3169035"/>
            <a:ext cx="7472515" cy="66746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495" b="1" dirty="0">
                <a:latin typeface="Arial" panose="020B0604020202020204" pitchFamily="34" charset="0"/>
                <a:cs typeface="Arial" panose="020B0604020202020204" pitchFamily="34" charset="0"/>
              </a:rPr>
              <a:t>Desarrollo: </a:t>
            </a:r>
          </a:p>
          <a:p>
            <a:pPr>
              <a:defRPr/>
            </a:pPr>
            <a:r>
              <a:rPr lang="en-US" sz="1495" dirty="0">
                <a:latin typeface="Arial" panose="020B0604020202020204" pitchFamily="34" charset="0"/>
                <a:cs typeface="Arial" panose="020B0604020202020204" pitchFamily="34" charset="0"/>
              </a:rPr>
              <a:t>Revisión, aplicación práctica, evaluación</a:t>
            </a:r>
            <a:endParaRPr lang="es-AR" sz="149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Marcador de contenido 9">
            <a:extLst>
              <a:ext uri="{FF2B5EF4-FFF2-40B4-BE49-F238E27FC236}">
                <a16:creationId xmlns:a16="http://schemas.microsoft.com/office/drawing/2014/main" id="{0B628BF8-E047-44AC-A25B-5AD644DCC9AC}"/>
              </a:ext>
            </a:extLst>
          </p:cNvPr>
          <p:cNvSpPr txBox="1">
            <a:spLocks/>
          </p:cNvSpPr>
          <p:nvPr/>
        </p:nvSpPr>
        <p:spPr>
          <a:xfrm>
            <a:off x="926454" y="2316304"/>
            <a:ext cx="6025852" cy="7649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s-PE" sz="1495" b="1" dirty="0">
                <a:latin typeface="Arial" panose="020B0604020202020204" pitchFamily="34" charset="0"/>
                <a:cs typeface="Arial" panose="020B0604020202020204" pitchFamily="34" charset="0"/>
              </a:rPr>
              <a:t>Introducción: </a:t>
            </a:r>
          </a:p>
          <a:p>
            <a:pPr>
              <a:defRPr/>
            </a:pPr>
            <a:r>
              <a:rPr lang="es-PE" sz="1495" dirty="0">
                <a:latin typeface="Arial" panose="020B0604020202020204" pitchFamily="34" charset="0"/>
                <a:cs typeface="Arial" panose="020B0604020202020204" pitchFamily="34" charset="0"/>
              </a:rPr>
              <a:t>Logro de la sesión y verificación de aprendizaje autónomo  </a:t>
            </a:r>
            <a:endParaRPr lang="en-US" sz="1495" dirty="0">
              <a:latin typeface="Arial" panose="020B0604020202020204" pitchFamily="34" charset="0"/>
              <a:ea typeface="Roboto" pitchFamily="2" charset="0"/>
              <a:cs typeface="Arial" panose="020B0604020202020204" pitchFamily="34" charset="0"/>
            </a:endParaRPr>
          </a:p>
        </p:txBody>
      </p:sp>
      <p:sp>
        <p:nvSpPr>
          <p:cNvPr id="8" name="Marcador de contenido 9">
            <a:extLst>
              <a:ext uri="{FF2B5EF4-FFF2-40B4-BE49-F238E27FC236}">
                <a16:creationId xmlns:a16="http://schemas.microsoft.com/office/drawing/2014/main" id="{0B628BF8-E047-44AC-A25B-5AD644DCC9AC}"/>
              </a:ext>
            </a:extLst>
          </p:cNvPr>
          <p:cNvSpPr txBox="1">
            <a:spLocks/>
          </p:cNvSpPr>
          <p:nvPr/>
        </p:nvSpPr>
        <p:spPr>
          <a:xfrm>
            <a:off x="926454" y="3992773"/>
            <a:ext cx="6143852" cy="57131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495" b="1" dirty="0">
                <a:latin typeface="Arial" panose="020B0604020202020204" pitchFamily="34" charset="0"/>
                <a:cs typeface="Arial" panose="020B0604020202020204" pitchFamily="34" charset="0"/>
              </a:rPr>
              <a:t>Cierre: </a:t>
            </a:r>
          </a:p>
          <a:p>
            <a:pPr>
              <a:defRPr/>
            </a:pPr>
            <a:r>
              <a:rPr lang="en-US" sz="1495" dirty="0">
                <a:latin typeface="Arial" panose="020B0604020202020204" pitchFamily="34" charset="0"/>
                <a:cs typeface="Arial" panose="020B0604020202020204" pitchFamily="34" charset="0"/>
              </a:rPr>
              <a:t>Retroalimentación y conclusiones,  </a:t>
            </a:r>
            <a:endParaRPr lang="es-AR" sz="149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Marcador de contenido 9">
            <a:extLst>
              <a:ext uri="{FF2B5EF4-FFF2-40B4-BE49-F238E27FC236}">
                <a16:creationId xmlns:a16="http://schemas.microsoft.com/office/drawing/2014/main" id="{0B628BF8-E047-44AC-A25B-5AD644DCC9AC}"/>
              </a:ext>
            </a:extLst>
          </p:cNvPr>
          <p:cNvSpPr txBox="1">
            <a:spLocks/>
          </p:cNvSpPr>
          <p:nvPr/>
        </p:nvSpPr>
        <p:spPr>
          <a:xfrm>
            <a:off x="926454" y="4772793"/>
            <a:ext cx="4685817" cy="899603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495" b="1" dirty="0">
                <a:latin typeface="Arial" panose="020B0604020202020204" pitchFamily="34" charset="0"/>
                <a:cs typeface="Arial" panose="020B0604020202020204" pitchFamily="34" charset="0"/>
              </a:rPr>
              <a:t>Información Complementaria:</a:t>
            </a:r>
          </a:p>
          <a:p>
            <a:pPr>
              <a:defRPr/>
            </a:pPr>
            <a:r>
              <a:rPr lang="en-US" sz="1495" dirty="0">
                <a:latin typeface="Arial" panose="020B0604020202020204" pitchFamily="34" charset="0"/>
                <a:cs typeface="Arial" panose="020B0604020202020204" pitchFamily="34" charset="0"/>
              </a:rPr>
              <a:t>Información adicional sobre el tema</a:t>
            </a:r>
          </a:p>
          <a:p>
            <a:pPr>
              <a:defRPr/>
            </a:pPr>
            <a:r>
              <a:rPr lang="en-US" sz="1495" dirty="0">
                <a:latin typeface="Arial" panose="020B0604020202020204" pitchFamily="34" charset="0"/>
                <a:cs typeface="Arial" panose="020B0604020202020204" pitchFamily="34" charset="0"/>
              </a:rPr>
              <a:t>Alcances sobre próximo módulo</a:t>
            </a:r>
          </a:p>
          <a:p>
            <a:pPr>
              <a:defRPr/>
            </a:pPr>
            <a:endParaRPr lang="en-US" sz="149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endParaRPr lang="en-US" sz="1495" dirty="0">
              <a:latin typeface="Arial" panose="020B0604020202020204" pitchFamily="34" charset="0"/>
              <a:ea typeface="Roboto" pitchFamily="2" charset="0"/>
              <a:cs typeface="Arial" panose="020B0604020202020204" pitchFamily="34" charset="0"/>
            </a:endParaRPr>
          </a:p>
          <a:p>
            <a:pPr>
              <a:defRPr/>
            </a:pPr>
            <a:endParaRPr lang="es-AR" sz="149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15 Rectángulo"/>
          <p:cNvSpPr/>
          <p:nvPr/>
        </p:nvSpPr>
        <p:spPr>
          <a:xfrm>
            <a:off x="537424" y="2289884"/>
            <a:ext cx="131910" cy="4802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58">
              <a:solidFill>
                <a:srgbClr val="FFB819"/>
              </a:solidFill>
            </a:endParaRPr>
          </a:p>
        </p:txBody>
      </p:sp>
      <p:sp>
        <p:nvSpPr>
          <p:cNvPr id="12" name="16 Rectángulo"/>
          <p:cNvSpPr/>
          <p:nvPr/>
        </p:nvSpPr>
        <p:spPr>
          <a:xfrm>
            <a:off x="537424" y="3169035"/>
            <a:ext cx="131910" cy="4802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58">
              <a:solidFill>
                <a:srgbClr val="FFB819"/>
              </a:solidFill>
            </a:endParaRPr>
          </a:p>
        </p:txBody>
      </p:sp>
      <p:sp>
        <p:nvSpPr>
          <p:cNvPr id="13" name="16 Rectángulo"/>
          <p:cNvSpPr/>
          <p:nvPr/>
        </p:nvSpPr>
        <p:spPr>
          <a:xfrm>
            <a:off x="537424" y="4037416"/>
            <a:ext cx="131910" cy="4802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58">
              <a:solidFill>
                <a:srgbClr val="FFB819"/>
              </a:solidFill>
            </a:endParaRPr>
          </a:p>
        </p:txBody>
      </p:sp>
      <p:sp>
        <p:nvSpPr>
          <p:cNvPr id="14" name="16 Rectángulo"/>
          <p:cNvSpPr/>
          <p:nvPr/>
        </p:nvSpPr>
        <p:spPr>
          <a:xfrm>
            <a:off x="537424" y="4835198"/>
            <a:ext cx="131910" cy="4802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58">
              <a:solidFill>
                <a:srgbClr val="FFB819"/>
              </a:solidFill>
            </a:endParaRPr>
          </a:p>
        </p:txBody>
      </p:sp>
      <p:sp>
        <p:nvSpPr>
          <p:cNvPr id="15" name="16 Rectángulo"/>
          <p:cNvSpPr/>
          <p:nvPr/>
        </p:nvSpPr>
        <p:spPr>
          <a:xfrm>
            <a:off x="537424" y="5716870"/>
            <a:ext cx="131910" cy="4802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58">
              <a:solidFill>
                <a:srgbClr val="FFB819"/>
              </a:solidFill>
            </a:endParaRPr>
          </a:p>
        </p:txBody>
      </p:sp>
      <p:sp>
        <p:nvSpPr>
          <p:cNvPr id="16" name="Marcador de contenido 9">
            <a:extLst>
              <a:ext uri="{FF2B5EF4-FFF2-40B4-BE49-F238E27FC236}">
                <a16:creationId xmlns:a16="http://schemas.microsoft.com/office/drawing/2014/main" id="{0B628BF8-E047-44AC-A25B-5AD644DCC9AC}"/>
              </a:ext>
            </a:extLst>
          </p:cNvPr>
          <p:cNvSpPr txBox="1">
            <a:spLocks/>
          </p:cNvSpPr>
          <p:nvPr/>
        </p:nvSpPr>
        <p:spPr>
          <a:xfrm>
            <a:off x="926453" y="5728652"/>
            <a:ext cx="4685817" cy="57131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495" b="1" dirty="0">
                <a:latin typeface="Arial" panose="020B0604020202020204" pitchFamily="34" charset="0"/>
                <a:cs typeface="Arial" panose="020B0604020202020204" pitchFamily="34" charset="0"/>
              </a:rPr>
              <a:t>Consultas:</a:t>
            </a:r>
          </a:p>
          <a:p>
            <a:pPr>
              <a:defRPr/>
            </a:pPr>
            <a:r>
              <a:rPr lang="en-US" sz="1495" dirty="0">
                <a:latin typeface="Arial" panose="020B0604020202020204" pitchFamily="34" charset="0"/>
                <a:ea typeface="Roboto" pitchFamily="2" charset="0"/>
                <a:cs typeface="Arial" panose="020B0604020202020204" pitchFamily="34" charset="0"/>
              </a:rPr>
              <a:t>Dudas e inquietudes</a:t>
            </a:r>
          </a:p>
          <a:p>
            <a:pPr>
              <a:defRPr/>
            </a:pPr>
            <a:endParaRPr lang="es-AR" sz="149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Marcador de contenido 9">
            <a:extLst>
              <a:ext uri="{FF2B5EF4-FFF2-40B4-BE49-F238E27FC236}">
                <a16:creationId xmlns:a16="http://schemas.microsoft.com/office/drawing/2014/main" id="{0B628BF8-E047-44AC-A25B-5AD644DCC9AC}"/>
              </a:ext>
            </a:extLst>
          </p:cNvPr>
          <p:cNvSpPr txBox="1">
            <a:spLocks/>
          </p:cNvSpPr>
          <p:nvPr/>
        </p:nvSpPr>
        <p:spPr>
          <a:xfrm>
            <a:off x="9503470" y="5957000"/>
            <a:ext cx="1589235" cy="337892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s-PE" sz="1495" b="1" dirty="0">
                <a:latin typeface="Arial" panose="020B0604020202020204" pitchFamily="34" charset="0"/>
                <a:cs typeface="Arial" panose="020B0604020202020204" pitchFamily="34" charset="0"/>
              </a:rPr>
              <a:t>Tiempo</a:t>
            </a:r>
            <a:r>
              <a:rPr lang="en-US" sz="1495" b="1" dirty="0">
                <a:latin typeface="Arial" panose="020B0604020202020204" pitchFamily="34" charset="0"/>
                <a:cs typeface="Arial" panose="020B0604020202020204" pitchFamily="34" charset="0"/>
              </a:rPr>
              <a:t>: 50’</a:t>
            </a:r>
            <a:endParaRPr lang="es-AR" sz="149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Picture 2" descr="C:\Vale\_Clientes\Baudis\67_Cordial_cursos_2018\Produccion\04Motivacion_Zona_confort\img\s17-03.png">
            <a:extLst>
              <a:ext uri="{FF2B5EF4-FFF2-40B4-BE49-F238E27FC236}">
                <a16:creationId xmlns:a16="http://schemas.microsoft.com/office/drawing/2014/main" id="{F5DA1426-7758-48D5-A2A3-035241B45C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413768" y="3192550"/>
            <a:ext cx="1969977" cy="15506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39309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98913092-809C-EA42-8BA9-4BD6D7AB4C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/>
              <a:t>APRENDIZAJE ESPERADO  Y CONTENIDO DEL MÓDULO </a:t>
            </a:r>
          </a:p>
        </p:txBody>
      </p:sp>
      <p:sp>
        <p:nvSpPr>
          <p:cNvPr id="4" name="Marcador de contenido 9">
            <a:extLst>
              <a:ext uri="{FF2B5EF4-FFF2-40B4-BE49-F238E27FC236}">
                <a16:creationId xmlns:a16="http://schemas.microsoft.com/office/drawing/2014/main" id="{0B628BF8-E047-44AC-A25B-5AD644DCC9AC}"/>
              </a:ext>
            </a:extLst>
          </p:cNvPr>
          <p:cNvSpPr txBox="1">
            <a:spLocks/>
          </p:cNvSpPr>
          <p:nvPr/>
        </p:nvSpPr>
        <p:spPr>
          <a:xfrm>
            <a:off x="977014" y="2108205"/>
            <a:ext cx="8471786" cy="5140847"/>
          </a:xfrm>
          <a:prstGeom prst="rect">
            <a:avLst/>
          </a:prstGeom>
        </p:spPr>
        <p:txBody>
          <a:bodyPr/>
          <a:lstStyle/>
          <a:p>
            <a:pPr algn="just">
              <a:defRPr/>
            </a:pPr>
            <a:r>
              <a:rPr lang="es-MX" sz="2000" b="0" i="0" dirty="0">
                <a:solidFill>
                  <a:schemeClr val="bg1"/>
                </a:solidFill>
                <a:effectLst/>
                <a:latin typeface="Telegraf" panose="00000500000000000000"/>
              </a:rPr>
              <a:t>Al término del módulo, el estudiante reconoce las fortalezas del carácter asociadas a las relaciones interpersonales, las cuales contribuyen a su desenvolvimiento personal y social, de manera sana y adaptativa, a partir de la aplicación de la psicología positiva, con coherencia y juicio crítico.</a:t>
            </a:r>
            <a:endParaRPr lang="es-MX" sz="2000" dirty="0">
              <a:solidFill>
                <a:schemeClr val="bg1"/>
              </a:solidFill>
              <a:latin typeface="Telegraf" panose="00000500000000000000"/>
              <a:cs typeface="Arial" panose="020B0604020202020204" pitchFamily="34" charset="0"/>
            </a:endParaRPr>
          </a:p>
          <a:p>
            <a:pPr>
              <a:defRPr/>
            </a:pPr>
            <a:r>
              <a:rPr lang="es-MX" sz="2800" dirty="0">
                <a:solidFill>
                  <a:schemeClr val="bg1"/>
                </a:solidFill>
                <a:latin typeface="Telegraf" panose="00000500000000000000"/>
                <a:cs typeface="Arial" panose="020B0604020202020204" pitchFamily="34" charset="0"/>
              </a:rPr>
              <a:t>CONTENIDO</a:t>
            </a:r>
            <a:endParaRPr lang="es-AR" sz="2800" dirty="0">
              <a:solidFill>
                <a:schemeClr val="bg1"/>
              </a:solidFill>
              <a:latin typeface="Telegraf" panose="00000500000000000000"/>
              <a:cs typeface="Arial" panose="020B0604020202020204" pitchFamily="34" charset="0"/>
            </a:endParaRPr>
          </a:p>
          <a:p>
            <a:pPr>
              <a:defRPr/>
            </a:pPr>
            <a:endParaRPr lang="es-AR" sz="2000" dirty="0">
              <a:solidFill>
                <a:schemeClr val="bg1"/>
              </a:solidFill>
              <a:latin typeface="Telegraf" panose="00000500000000000000"/>
              <a:cs typeface="Arial" panose="020B0604020202020204" pitchFamily="34" charset="0"/>
            </a:endParaRPr>
          </a:p>
          <a:p>
            <a:pPr>
              <a:defRPr/>
            </a:pPr>
            <a:endParaRPr lang="es-AR" sz="2000" dirty="0">
              <a:solidFill>
                <a:schemeClr val="bg1"/>
              </a:solidFill>
              <a:latin typeface="Telegraf" panose="0000050000000000000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s-AR" sz="2000" dirty="0">
              <a:solidFill>
                <a:schemeClr val="bg1"/>
              </a:solidFill>
              <a:latin typeface="Telegraf" panose="00000500000000000000"/>
              <a:cs typeface="Arial" panose="020B0604020202020204" pitchFamily="34" charset="0"/>
            </a:endParaRPr>
          </a:p>
          <a:p>
            <a:pPr>
              <a:defRPr/>
            </a:pPr>
            <a:endParaRPr lang="es-AR" sz="2000" dirty="0">
              <a:solidFill>
                <a:schemeClr val="bg1"/>
              </a:solidFill>
              <a:latin typeface="Telegraf" panose="00000500000000000000"/>
              <a:cs typeface="Arial" panose="020B0604020202020204" pitchFamily="34" charset="0"/>
            </a:endParaRPr>
          </a:p>
        </p:txBody>
      </p:sp>
      <p:sp>
        <p:nvSpPr>
          <p:cNvPr id="2" name="Marcador de contenido 1"/>
          <p:cNvSpPr>
            <a:spLocks noGrp="1"/>
          </p:cNvSpPr>
          <p:nvPr>
            <p:ph idx="1"/>
          </p:nvPr>
        </p:nvSpPr>
        <p:spPr>
          <a:xfrm>
            <a:off x="977014" y="1518050"/>
            <a:ext cx="5553095" cy="6191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APRENDIZAJE ESPERADO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1AEDE7A-D423-4261-803C-F6735D821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102" y="3977684"/>
            <a:ext cx="7863697" cy="2880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776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98913092-809C-EA42-8BA9-4BD6D7AB4C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/>
              <a:t>OBJETIVOS DE LA SESIÓN </a:t>
            </a:r>
          </a:p>
        </p:txBody>
      </p:sp>
      <p:sp>
        <p:nvSpPr>
          <p:cNvPr id="2" name="Marcador de contenido 1"/>
          <p:cNvSpPr>
            <a:spLocks noGrp="1"/>
          </p:cNvSpPr>
          <p:nvPr>
            <p:ph idx="1"/>
          </p:nvPr>
        </p:nvSpPr>
        <p:spPr>
          <a:xfrm>
            <a:off x="524301" y="1238772"/>
            <a:ext cx="10515600" cy="5619228"/>
          </a:xfrm>
        </p:spPr>
        <p:txBody>
          <a:bodyPr>
            <a:normAutofit/>
          </a:bodyPr>
          <a:lstStyle/>
          <a:p>
            <a:endParaRPr lang="es-PE" dirty="0">
              <a:latin typeface="Telegraf" panose="00000500000000000000"/>
            </a:endParaRPr>
          </a:p>
          <a:p>
            <a:pPr marL="0" indent="0">
              <a:buNone/>
            </a:pPr>
            <a:r>
              <a:rPr lang="es-PE" dirty="0">
                <a:latin typeface="Telegraf" panose="00000500000000000000"/>
                <a:cs typeface="Arial" panose="020B0604020202020204" pitchFamily="34" charset="0"/>
              </a:rPr>
              <a:t>Al término de la sesión, estarás en  condiciones de:</a:t>
            </a:r>
          </a:p>
          <a:p>
            <a:pPr marL="0" indent="0">
              <a:buNone/>
            </a:pPr>
            <a:endParaRPr lang="es-PE" dirty="0">
              <a:latin typeface="Telegraf" panose="0000050000000000000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PE" dirty="0">
              <a:latin typeface="Telegraf" panose="00000500000000000000"/>
              <a:cs typeface="Arial" panose="020B0604020202020204" pitchFamily="34" charset="0"/>
            </a:endParaRPr>
          </a:p>
          <a:p>
            <a:r>
              <a:rPr lang="es-MX" dirty="0">
                <a:latin typeface="Telegraf" panose="00000500000000000000"/>
                <a:cs typeface="Arial" panose="020B0604020202020204" pitchFamily="34" charset="0"/>
              </a:rPr>
              <a:t>Identificar la importancia de las fortalezas del carácter y su vinculación con el bienestar subjetivo y la felicidad.</a:t>
            </a:r>
          </a:p>
          <a:p>
            <a:endParaRPr lang="es-MX" dirty="0">
              <a:latin typeface="Telegraf" panose="00000500000000000000"/>
              <a:cs typeface="Arial" panose="020B0604020202020204" pitchFamily="34" charset="0"/>
            </a:endParaRPr>
          </a:p>
          <a:p>
            <a:r>
              <a:rPr lang="es-MX" dirty="0">
                <a:latin typeface="Telegraf" panose="00000500000000000000"/>
                <a:cs typeface="Arial" panose="020B0604020202020204" pitchFamily="34" charset="0"/>
              </a:rPr>
              <a:t>Reconocer las fortalezas del carácter que contribuyen a la construcción de las relaciones interpersonales positivas y al bienestar sostenible.</a:t>
            </a:r>
            <a:endParaRPr lang="es-PE" dirty="0">
              <a:latin typeface="Telegraf" panose="0000050000000000000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PE" dirty="0">
              <a:latin typeface="Telegraf" panose="00000500000000000000"/>
            </a:endParaRPr>
          </a:p>
          <a:p>
            <a:endParaRPr lang="es-PE" dirty="0">
              <a:latin typeface="Telegraf" panose="00000500000000000000"/>
            </a:endParaRPr>
          </a:p>
          <a:p>
            <a:endParaRPr lang="es-PE" dirty="0">
              <a:latin typeface="Telegraf" panose="000005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2484024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98913092-809C-EA42-8BA9-4BD6D7AB4C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/>
              <a:t>VERIFICACIÓN DE APRENDIZAJE AUTÓNOMO </a:t>
            </a:r>
          </a:p>
        </p:txBody>
      </p:sp>
      <p:sp>
        <p:nvSpPr>
          <p:cNvPr id="7" name="Marcador de contenido 9">
            <a:extLst>
              <a:ext uri="{FF2B5EF4-FFF2-40B4-BE49-F238E27FC236}">
                <a16:creationId xmlns:a16="http://schemas.microsoft.com/office/drawing/2014/main" id="{0B628BF8-E047-44AC-A25B-5AD644DCC9AC}"/>
              </a:ext>
            </a:extLst>
          </p:cNvPr>
          <p:cNvSpPr txBox="1">
            <a:spLocks/>
          </p:cNvSpPr>
          <p:nvPr/>
        </p:nvSpPr>
        <p:spPr>
          <a:xfrm>
            <a:off x="328097" y="2077945"/>
            <a:ext cx="9486463" cy="4076319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s-PE" sz="2800" b="1" dirty="0">
                <a:solidFill>
                  <a:schemeClr val="bg1"/>
                </a:solidFill>
                <a:latin typeface="Telegraf" panose="00000500000000000000"/>
                <a:cs typeface="Arial" panose="020B0604020202020204" pitchFamily="34" charset="0"/>
              </a:rPr>
              <a:t>Responde las preguntas, siguiendo las indicaciones de tu docente:</a:t>
            </a:r>
            <a:endParaRPr lang="es-PE" sz="1495" dirty="0">
              <a:solidFill>
                <a:schemeClr val="bg1"/>
              </a:solidFill>
              <a:latin typeface="Telegraf" panose="00000500000000000000"/>
              <a:cs typeface="Arial" panose="020B0604020202020204" pitchFamily="34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9041" y="3638432"/>
            <a:ext cx="3398519" cy="2960488"/>
          </a:xfrm>
          <a:prstGeom prst="rect">
            <a:avLst/>
          </a:prstGeom>
        </p:spPr>
      </p:pic>
      <p:sp>
        <p:nvSpPr>
          <p:cNvPr id="6" name="Marcador de contenido 9">
            <a:extLst>
              <a:ext uri="{FF2B5EF4-FFF2-40B4-BE49-F238E27FC236}">
                <a16:creationId xmlns:a16="http://schemas.microsoft.com/office/drawing/2014/main" id="{030CFCB1-C07C-409F-89D4-38B0CD28D4D1}"/>
              </a:ext>
            </a:extLst>
          </p:cNvPr>
          <p:cNvSpPr txBox="1">
            <a:spLocks/>
          </p:cNvSpPr>
          <p:nvPr/>
        </p:nvSpPr>
        <p:spPr>
          <a:xfrm>
            <a:off x="960582" y="3230879"/>
            <a:ext cx="6456218" cy="3455819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s-AR" sz="2000" dirty="0">
              <a:solidFill>
                <a:schemeClr val="bg1"/>
              </a:solidFill>
              <a:latin typeface="Telegraf" panose="00000500000000000000"/>
              <a:cs typeface="Arial" panose="020B0604020202020204" pitchFamily="34" charset="0"/>
            </a:endParaRPr>
          </a:p>
          <a:p>
            <a:pPr>
              <a:defRPr/>
            </a:pPr>
            <a:endParaRPr lang="es-AR" sz="2000" dirty="0">
              <a:solidFill>
                <a:schemeClr val="bg1"/>
              </a:solidFill>
              <a:latin typeface="Telegraf" panose="00000500000000000000"/>
              <a:cs typeface="Arial" panose="020B0604020202020204" pitchFamily="34" charset="0"/>
            </a:endParaRPr>
          </a:p>
          <a:p>
            <a:pPr algn="just">
              <a:defRPr/>
            </a:pPr>
            <a:r>
              <a:rPr lang="es-AR" sz="2000" b="1" dirty="0">
                <a:solidFill>
                  <a:srgbClr val="FFC000"/>
                </a:solidFill>
                <a:latin typeface="Telegraf" panose="00000500000000000000"/>
                <a:cs typeface="Arial" panose="020B0604020202020204" pitchFamily="34" charset="0"/>
              </a:rPr>
              <a:t>¿Qué fue lo más interesante/importante en el módulo?</a:t>
            </a:r>
          </a:p>
          <a:p>
            <a:pPr algn="just">
              <a:defRPr/>
            </a:pPr>
            <a:endParaRPr lang="es-AR" sz="2000" b="1" dirty="0">
              <a:solidFill>
                <a:srgbClr val="FFC000"/>
              </a:solidFill>
              <a:latin typeface="Telegraf" panose="00000500000000000000"/>
              <a:cs typeface="Arial" panose="020B0604020202020204" pitchFamily="34" charset="0"/>
            </a:endParaRPr>
          </a:p>
          <a:p>
            <a:pPr algn="just">
              <a:defRPr/>
            </a:pPr>
            <a:endParaRPr lang="es-AR" sz="2000" b="1" dirty="0">
              <a:solidFill>
                <a:srgbClr val="FFC000"/>
              </a:solidFill>
              <a:latin typeface="Telegraf" panose="00000500000000000000"/>
              <a:cs typeface="Arial" panose="020B0604020202020204" pitchFamily="34" charset="0"/>
            </a:endParaRPr>
          </a:p>
          <a:p>
            <a:pPr algn="just">
              <a:defRPr/>
            </a:pPr>
            <a:r>
              <a:rPr lang="es-AR" sz="2000" b="1" dirty="0">
                <a:solidFill>
                  <a:srgbClr val="FFC000"/>
                </a:solidFill>
                <a:latin typeface="Telegraf" panose="00000500000000000000"/>
                <a:cs typeface="Arial" panose="020B0604020202020204" pitchFamily="34" charset="0"/>
              </a:rPr>
              <a:t>¿En qué nos beneficia practicar las buenas relaciones interpersonales ?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s-AR" sz="2000" dirty="0">
              <a:solidFill>
                <a:schemeClr val="bg1"/>
              </a:solidFill>
              <a:latin typeface="Telegraf" panose="0000050000000000000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s-AR" sz="2000" dirty="0">
              <a:solidFill>
                <a:schemeClr val="bg1"/>
              </a:solidFill>
              <a:latin typeface="Telegraf" panose="00000500000000000000"/>
              <a:cs typeface="Arial" panose="020B0604020202020204" pitchFamily="34" charset="0"/>
            </a:endParaRPr>
          </a:p>
          <a:p>
            <a:pPr>
              <a:defRPr/>
            </a:pPr>
            <a:endParaRPr lang="es-AR" sz="2000" dirty="0">
              <a:solidFill>
                <a:schemeClr val="bg1"/>
              </a:solidFill>
              <a:latin typeface="Telegraf" panose="0000050000000000000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713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98913092-809C-EA42-8BA9-4BD6D7AB4C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855" y="592449"/>
            <a:ext cx="9144000" cy="451256"/>
          </a:xfrm>
        </p:spPr>
        <p:txBody>
          <a:bodyPr/>
          <a:lstStyle/>
          <a:p>
            <a:r>
              <a:rPr lang="es-ES" sz="3400" dirty="0"/>
              <a:t>!F</a:t>
            </a:r>
            <a:r>
              <a:rPr lang="es-PE" sz="3400" dirty="0"/>
              <a:t>ELICITACIONES POR PARTICIPAR EN EL FORO 5!</a:t>
            </a:r>
          </a:p>
        </p:txBody>
      </p:sp>
      <p:pic>
        <p:nvPicPr>
          <p:cNvPr id="2" name="Picture 2" descr="Trofeo subcampeón de béisbol de la escuela secundaria japonesa finalista  subcampeón deportes, trofeo, juego, niño png | PNGEgg">
            <a:extLst>
              <a:ext uri="{FF2B5EF4-FFF2-40B4-BE49-F238E27FC236}">
                <a16:creationId xmlns:a16="http://schemas.microsoft.com/office/drawing/2014/main" id="{C5C2FB8F-6E5E-4B50-B180-9681CB091B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75" b="98625" l="10000" r="90000">
                        <a14:foregroundMark x1="26667" y1="15125" x2="26667" y2="15125"/>
                        <a14:foregroundMark x1="30444" y1="32500" x2="30444" y2="32500"/>
                        <a14:foregroundMark x1="50000" y1="3000" x2="50000" y2="3000"/>
                        <a14:foregroundMark x1="69778" y1="10500" x2="69778" y2="10500"/>
                        <a14:foregroundMark x1="78000" y1="29750" x2="78000" y2="29750"/>
                        <a14:foregroundMark x1="69000" y1="39250" x2="69000" y2="39250"/>
                        <a14:foregroundMark x1="54000" y1="40625" x2="54000" y2="40625"/>
                        <a14:foregroundMark x1="60556" y1="18000" x2="60556" y2="18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2642" r="18572"/>
          <a:stretch/>
        </p:blipFill>
        <p:spPr bwMode="auto">
          <a:xfrm flipH="1">
            <a:off x="6706240" y="1684407"/>
            <a:ext cx="3029711" cy="4581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lustración de trofeo marrón, ceremonia de graduación, ilustración de artes  visuales, trofeos y niños, ropa de ninos, niño, gente png | PNGWing">
            <a:extLst>
              <a:ext uri="{FF2B5EF4-FFF2-40B4-BE49-F238E27FC236}">
                <a16:creationId xmlns:a16="http://schemas.microsoft.com/office/drawing/2014/main" id="{AD6F900C-FF13-4658-9634-7A39E8DB36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4667" l="10000" r="90000">
                        <a14:foregroundMark x1="28478" y1="18167" x2="28478" y2="18167"/>
                        <a14:foregroundMark x1="33587" y1="14500" x2="33587" y2="14500"/>
                        <a14:foregroundMark x1="29457" y1="15000" x2="29457" y2="15000"/>
                        <a14:foregroundMark x1="30870" y1="13833" x2="30870" y2="13833"/>
                        <a14:foregroundMark x1="35435" y1="11333" x2="35435" y2="11333"/>
                        <a14:foregroundMark x1="38804" y1="10833" x2="38804" y2="10833"/>
                        <a14:foregroundMark x1="44891" y1="6167" x2="44891" y2="6167"/>
                        <a14:foregroundMark x1="49891" y1="4833" x2="49891" y2="4833"/>
                        <a14:foregroundMark x1="60435" y1="2167" x2="60435" y2="2167"/>
                        <a14:foregroundMark x1="67065" y1="5833" x2="67065" y2="5833"/>
                        <a14:foregroundMark x1="71630" y1="8000" x2="71630" y2="8000"/>
                        <a14:foregroundMark x1="76522" y1="9167" x2="76522" y2="9167"/>
                        <a14:foregroundMark x1="66413" y1="15167" x2="66413" y2="15167"/>
                        <a14:foregroundMark x1="56304" y1="22500" x2="56304" y2="22500"/>
                        <a14:foregroundMark x1="27826" y1="30167" x2="27826" y2="30167"/>
                        <a14:foregroundMark x1="36739" y1="17833" x2="36739" y2="17833"/>
                        <a14:foregroundMark x1="31304" y1="21500" x2="31304" y2="21500"/>
                        <a14:foregroundMark x1="31957" y1="28500" x2="31957" y2="28500"/>
                        <a14:foregroundMark x1="60326" y1="12833" x2="60326" y2="12833"/>
                        <a14:foregroundMark x1="63804" y1="3167" x2="63804" y2="3167"/>
                        <a14:foregroundMark x1="68152" y1="5000" x2="68152" y2="5000"/>
                        <a14:foregroundMark x1="70435" y1="6167" x2="70435" y2="6167"/>
                        <a14:foregroundMark x1="73370" y1="7167" x2="73370" y2="7167"/>
                        <a14:foregroundMark x1="75326" y1="9333" x2="75326" y2="9333"/>
                        <a14:foregroundMark x1="40000" y1="8167" x2="40000" y2="8167"/>
                        <a14:foregroundMark x1="42391" y1="7500" x2="42391" y2="7500"/>
                        <a14:foregroundMark x1="45217" y1="5500" x2="45217" y2="5500"/>
                        <a14:foregroundMark x1="46957" y1="4000" x2="46957" y2="4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836" r="21954" b="4546"/>
          <a:stretch/>
        </p:blipFill>
        <p:spPr bwMode="auto">
          <a:xfrm>
            <a:off x="1133855" y="1301799"/>
            <a:ext cx="4351907" cy="5091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2238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4 Marcador de texto">
            <a:extLst>
              <a:ext uri="{FF2B5EF4-FFF2-40B4-BE49-F238E27FC236}">
                <a16:creationId xmlns:a16="http://schemas.microsoft.com/office/drawing/2014/main" id="{53F9A83F-C9AB-453B-8D06-7284F6FE40DF}"/>
              </a:ext>
            </a:extLst>
          </p:cNvPr>
          <p:cNvSpPr txBox="1">
            <a:spLocks/>
          </p:cNvSpPr>
          <p:nvPr/>
        </p:nvSpPr>
        <p:spPr>
          <a:xfrm>
            <a:off x="562241" y="788912"/>
            <a:ext cx="5485714" cy="3797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993">
                <a:latin typeface="Arial" panose="020B0604020202020204" pitchFamily="34" charset="0"/>
              </a:rPr>
              <a:t>Temario</a:t>
            </a:r>
            <a:endParaRPr lang="en-US" sz="1993" dirty="0">
              <a:latin typeface="Arial" panose="020B0604020202020204" pitchFamily="34" charset="0"/>
            </a:endParaRPr>
          </a:p>
        </p:txBody>
      </p:sp>
      <p:sp>
        <p:nvSpPr>
          <p:cNvPr id="5" name="Título 2">
            <a:extLst>
              <a:ext uri="{FF2B5EF4-FFF2-40B4-BE49-F238E27FC236}">
                <a16:creationId xmlns:a16="http://schemas.microsoft.com/office/drawing/2014/main" id="{683836C1-1AC2-41EA-A29E-E1C1496D878B}"/>
              </a:ext>
            </a:extLst>
          </p:cNvPr>
          <p:cNvSpPr txBox="1">
            <a:spLocks/>
          </p:cNvSpPr>
          <p:nvPr/>
        </p:nvSpPr>
        <p:spPr>
          <a:xfrm>
            <a:off x="136587" y="-3315"/>
            <a:ext cx="10243868" cy="879044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i="0" kern="1200">
                <a:solidFill>
                  <a:srgbClr val="FFC000"/>
                </a:solidFill>
                <a:latin typeface="Sharp Grotesk SemiBold 15" pitchFamily="2" charset="77"/>
                <a:ea typeface="+mj-ea"/>
                <a:cs typeface="+mj-cs"/>
              </a:defRPr>
            </a:lvl1pPr>
          </a:lstStyle>
          <a:p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2. IDEAS CLAVE DEL MÓDULO</a:t>
            </a:r>
            <a:endParaRPr lang="es-P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ítulo 2">
            <a:extLst>
              <a:ext uri="{FF2B5EF4-FFF2-40B4-BE49-F238E27FC236}">
                <a16:creationId xmlns:a16="http://schemas.microsoft.com/office/drawing/2014/main" id="{8709B39F-A278-4F09-B55A-02F3B2372B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587" y="1333851"/>
            <a:ext cx="3168511" cy="451256"/>
          </a:xfrm>
        </p:spPr>
        <p:txBody>
          <a:bodyPr/>
          <a:lstStyle/>
          <a:p>
            <a:r>
              <a:rPr lang="es-ES" sz="2400" dirty="0"/>
              <a:t>Fortalezas </a:t>
            </a:r>
            <a:r>
              <a:rPr lang="es-PE" sz="2400" dirty="0"/>
              <a:t>del carácter</a:t>
            </a:r>
          </a:p>
        </p:txBody>
      </p:sp>
      <p:graphicFrame>
        <p:nvGraphicFramePr>
          <p:cNvPr id="10" name="Diagrama 9">
            <a:extLst>
              <a:ext uri="{FF2B5EF4-FFF2-40B4-BE49-F238E27FC236}">
                <a16:creationId xmlns:a16="http://schemas.microsoft.com/office/drawing/2014/main" id="{9979F8AD-F7BE-5C26-B437-5DD4C6F7B5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9947930"/>
              </p:ext>
            </p:extLst>
          </p:nvPr>
        </p:nvGraphicFramePr>
        <p:xfrm>
          <a:off x="1328019" y="1343235"/>
          <a:ext cx="10766737" cy="20489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DE13685B-3D60-B954-8CE7-DCEF37AE09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19421" y="3539914"/>
            <a:ext cx="2456901" cy="84669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4FC911E-C33E-5801-AB35-374721837E8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4650" y="3548449"/>
            <a:ext cx="2420322" cy="72261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09247A5-4DCC-302B-BFFC-24271DF371A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48109" y="3519246"/>
            <a:ext cx="2231329" cy="76486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0BFF18B-AEA7-4604-C616-EEA20537ADB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89467" y="4470509"/>
            <a:ext cx="8857552" cy="2264792"/>
          </a:xfrm>
          <a:prstGeom prst="rect">
            <a:avLst/>
          </a:prstGeom>
        </p:spPr>
      </p:pic>
      <p:pic>
        <p:nvPicPr>
          <p:cNvPr id="1026" name="Picture 2" descr="▷Fortalezas de Caracter | Netland School Antofagasta | Aprender para  Emprender, creando un mundo nuevo | Educación PreBasica - Basica - Media">
            <a:extLst>
              <a:ext uri="{FF2B5EF4-FFF2-40B4-BE49-F238E27FC236}">
                <a16:creationId xmlns:a16="http://schemas.microsoft.com/office/drawing/2014/main" id="{3B1BC1B2-8DA2-4D9C-99B3-2AED622B98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4191" y="1706351"/>
            <a:ext cx="2536173" cy="3028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Flecha: curvada hacia arriba 5">
            <a:extLst>
              <a:ext uri="{FF2B5EF4-FFF2-40B4-BE49-F238E27FC236}">
                <a16:creationId xmlns:a16="http://schemas.microsoft.com/office/drawing/2014/main" id="{AF987C99-CCC4-4699-8D2E-7DDDF95C6BE8}"/>
              </a:ext>
            </a:extLst>
          </p:cNvPr>
          <p:cNvSpPr/>
          <p:nvPr/>
        </p:nvSpPr>
        <p:spPr>
          <a:xfrm>
            <a:off x="3479031" y="1770422"/>
            <a:ext cx="2034998" cy="506158"/>
          </a:xfrm>
          <a:prstGeom prst="curvedUpArrow">
            <a:avLst/>
          </a:prstGeom>
          <a:solidFill>
            <a:srgbClr val="FF71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85605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4 Marcador de texto">
            <a:extLst>
              <a:ext uri="{FF2B5EF4-FFF2-40B4-BE49-F238E27FC236}">
                <a16:creationId xmlns:a16="http://schemas.microsoft.com/office/drawing/2014/main" id="{53F9A83F-C9AB-453B-8D06-7284F6FE40DF}"/>
              </a:ext>
            </a:extLst>
          </p:cNvPr>
          <p:cNvSpPr txBox="1">
            <a:spLocks/>
          </p:cNvSpPr>
          <p:nvPr/>
        </p:nvSpPr>
        <p:spPr>
          <a:xfrm>
            <a:off x="317715" y="750190"/>
            <a:ext cx="5485714" cy="3797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993">
                <a:latin typeface="Arial" panose="020B0604020202020204" pitchFamily="34" charset="0"/>
              </a:rPr>
              <a:t>Temario</a:t>
            </a:r>
            <a:endParaRPr lang="en-US" sz="1993" dirty="0">
              <a:latin typeface="Arial" panose="020B0604020202020204" pitchFamily="34" charset="0"/>
            </a:endParaRPr>
          </a:p>
        </p:txBody>
      </p:sp>
      <p:sp>
        <p:nvSpPr>
          <p:cNvPr id="5" name="Título 2">
            <a:extLst>
              <a:ext uri="{FF2B5EF4-FFF2-40B4-BE49-F238E27FC236}">
                <a16:creationId xmlns:a16="http://schemas.microsoft.com/office/drawing/2014/main" id="{683836C1-1AC2-41EA-A29E-E1C1496D878B}"/>
              </a:ext>
            </a:extLst>
          </p:cNvPr>
          <p:cNvSpPr txBox="1">
            <a:spLocks/>
          </p:cNvSpPr>
          <p:nvPr/>
        </p:nvSpPr>
        <p:spPr>
          <a:xfrm>
            <a:off x="556425" y="130690"/>
            <a:ext cx="10243868" cy="879044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i="0" kern="1200">
                <a:solidFill>
                  <a:srgbClr val="FFC000"/>
                </a:solidFill>
                <a:latin typeface="Sharp Grotesk SemiBold 15" pitchFamily="2" charset="77"/>
                <a:ea typeface="+mj-ea"/>
                <a:cs typeface="+mj-cs"/>
              </a:defRPr>
            </a:lvl1pPr>
          </a:lstStyle>
          <a:p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2. IDEAS CLAVE DEL MÓDULO</a:t>
            </a:r>
            <a:endParaRPr lang="es-P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8384775-EC7A-5E52-9DB4-D28E02E72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204912"/>
            <a:ext cx="11332314" cy="5653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056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4 Marcador de texto">
            <a:extLst>
              <a:ext uri="{FF2B5EF4-FFF2-40B4-BE49-F238E27FC236}">
                <a16:creationId xmlns:a16="http://schemas.microsoft.com/office/drawing/2014/main" id="{53F9A83F-C9AB-453B-8D06-7284F6FE40DF}"/>
              </a:ext>
            </a:extLst>
          </p:cNvPr>
          <p:cNvSpPr txBox="1">
            <a:spLocks/>
          </p:cNvSpPr>
          <p:nvPr/>
        </p:nvSpPr>
        <p:spPr>
          <a:xfrm>
            <a:off x="317715" y="750190"/>
            <a:ext cx="5485714" cy="3797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993">
                <a:latin typeface="Arial" panose="020B0604020202020204" pitchFamily="34" charset="0"/>
              </a:rPr>
              <a:t>Temario</a:t>
            </a:r>
            <a:endParaRPr lang="en-US" sz="1993" dirty="0">
              <a:latin typeface="Arial" panose="020B0604020202020204" pitchFamily="34" charset="0"/>
            </a:endParaRPr>
          </a:p>
        </p:txBody>
      </p:sp>
      <p:sp>
        <p:nvSpPr>
          <p:cNvPr id="5" name="Título 2">
            <a:extLst>
              <a:ext uri="{FF2B5EF4-FFF2-40B4-BE49-F238E27FC236}">
                <a16:creationId xmlns:a16="http://schemas.microsoft.com/office/drawing/2014/main" id="{683836C1-1AC2-41EA-A29E-E1C1496D878B}"/>
              </a:ext>
            </a:extLst>
          </p:cNvPr>
          <p:cNvSpPr txBox="1">
            <a:spLocks/>
          </p:cNvSpPr>
          <p:nvPr/>
        </p:nvSpPr>
        <p:spPr>
          <a:xfrm>
            <a:off x="556425" y="130690"/>
            <a:ext cx="10243868" cy="879044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i="0" kern="1200">
                <a:solidFill>
                  <a:srgbClr val="FFC000"/>
                </a:solidFill>
                <a:latin typeface="Sharp Grotesk SemiBold 15" pitchFamily="2" charset="77"/>
                <a:ea typeface="+mj-ea"/>
                <a:cs typeface="+mj-cs"/>
              </a:defRPr>
            </a:lvl1pPr>
          </a:lstStyle>
          <a:p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2. IDEAS CLAVE DEL MÓDULO</a:t>
            </a:r>
            <a:endParaRPr lang="es-P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108049F-F632-55F6-7F9C-110A2D86E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686" y="1357746"/>
            <a:ext cx="10807485" cy="35052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FDD37CE-0E66-6CD6-28CA-E20A7F776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425" y="4619625"/>
            <a:ext cx="10111575" cy="223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4054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4 Marcador de texto">
            <a:extLst>
              <a:ext uri="{FF2B5EF4-FFF2-40B4-BE49-F238E27FC236}">
                <a16:creationId xmlns:a16="http://schemas.microsoft.com/office/drawing/2014/main" id="{53F9A83F-C9AB-453B-8D06-7284F6FE40DF}"/>
              </a:ext>
            </a:extLst>
          </p:cNvPr>
          <p:cNvSpPr txBox="1">
            <a:spLocks/>
          </p:cNvSpPr>
          <p:nvPr/>
        </p:nvSpPr>
        <p:spPr>
          <a:xfrm>
            <a:off x="317715" y="750190"/>
            <a:ext cx="5485714" cy="3797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993">
                <a:latin typeface="Arial" panose="020B0604020202020204" pitchFamily="34" charset="0"/>
              </a:rPr>
              <a:t>Temario</a:t>
            </a:r>
            <a:endParaRPr lang="en-US" sz="1993" dirty="0">
              <a:latin typeface="Arial" panose="020B0604020202020204" pitchFamily="34" charset="0"/>
            </a:endParaRPr>
          </a:p>
        </p:txBody>
      </p:sp>
      <p:sp>
        <p:nvSpPr>
          <p:cNvPr id="5" name="Título 2">
            <a:extLst>
              <a:ext uri="{FF2B5EF4-FFF2-40B4-BE49-F238E27FC236}">
                <a16:creationId xmlns:a16="http://schemas.microsoft.com/office/drawing/2014/main" id="{683836C1-1AC2-41EA-A29E-E1C1496D878B}"/>
              </a:ext>
            </a:extLst>
          </p:cNvPr>
          <p:cNvSpPr txBox="1">
            <a:spLocks/>
          </p:cNvSpPr>
          <p:nvPr/>
        </p:nvSpPr>
        <p:spPr>
          <a:xfrm>
            <a:off x="556425" y="130690"/>
            <a:ext cx="10243868" cy="879044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i="0" kern="1200">
                <a:solidFill>
                  <a:srgbClr val="FFC000"/>
                </a:solidFill>
                <a:latin typeface="Sharp Grotesk SemiBold 15" pitchFamily="2" charset="77"/>
                <a:ea typeface="+mj-ea"/>
                <a:cs typeface="+mj-cs"/>
              </a:defRPr>
            </a:lvl1pPr>
          </a:lstStyle>
          <a:p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2. IDEAS CLAVE DEL MÓDULO</a:t>
            </a:r>
            <a:endParaRPr lang="es-P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68DF32DE-9054-2C78-85C7-E946C1DFB6BA}"/>
              </a:ext>
            </a:extLst>
          </p:cNvPr>
          <p:cNvSpPr/>
          <p:nvPr/>
        </p:nvSpPr>
        <p:spPr>
          <a:xfrm>
            <a:off x="774572" y="1629234"/>
            <a:ext cx="3380510" cy="651164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HUMANIDAD </a:t>
            </a:r>
            <a:endParaRPr lang="es-PE" dirty="0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DD4DDD50-F1DF-2FF1-6D5C-A5503FF5E0FB}"/>
              </a:ext>
            </a:extLst>
          </p:cNvPr>
          <p:cNvSpPr/>
          <p:nvPr/>
        </p:nvSpPr>
        <p:spPr>
          <a:xfrm>
            <a:off x="871557" y="3130251"/>
            <a:ext cx="3380510" cy="651164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CORAJE </a:t>
            </a:r>
            <a:endParaRPr lang="es-PE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8C974828-08E8-F4B2-FDF4-2781A324E2DA}"/>
              </a:ext>
            </a:extLst>
          </p:cNvPr>
          <p:cNvSpPr/>
          <p:nvPr/>
        </p:nvSpPr>
        <p:spPr>
          <a:xfrm>
            <a:off x="871557" y="5385615"/>
            <a:ext cx="3380510" cy="651164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TEMPLANZA</a:t>
            </a:r>
            <a:endParaRPr lang="es-PE" dirty="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40B41352-DC8A-3A3A-4A76-31E81EB2B009}"/>
              </a:ext>
            </a:extLst>
          </p:cNvPr>
          <p:cNvSpPr/>
          <p:nvPr/>
        </p:nvSpPr>
        <p:spPr>
          <a:xfrm>
            <a:off x="5043054" y="1372925"/>
            <a:ext cx="2881745" cy="512618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AMOR </a:t>
            </a:r>
            <a:endParaRPr lang="es-PE" dirty="0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B2A95DB7-FBE3-034D-8CC4-9510737AC83B}"/>
              </a:ext>
            </a:extLst>
          </p:cNvPr>
          <p:cNvSpPr/>
          <p:nvPr/>
        </p:nvSpPr>
        <p:spPr>
          <a:xfrm>
            <a:off x="5043054" y="2015181"/>
            <a:ext cx="2881745" cy="512618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INTELIGENCIA SOCIAL </a:t>
            </a:r>
            <a:endParaRPr lang="es-PE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CEF138BD-6C8D-F84F-2D74-0F2A5DEDE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6778" y="1254076"/>
            <a:ext cx="1666875" cy="1447560"/>
          </a:xfrm>
          <a:prstGeom prst="rect">
            <a:avLst/>
          </a:prstGeom>
        </p:spPr>
      </p:pic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69E90823-42F3-70B6-5FE9-815EC6FE25DE}"/>
              </a:ext>
            </a:extLst>
          </p:cNvPr>
          <p:cNvSpPr/>
          <p:nvPr/>
        </p:nvSpPr>
        <p:spPr>
          <a:xfrm>
            <a:off x="5043054" y="2986676"/>
            <a:ext cx="2881745" cy="51261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INTEGRIDAD  </a:t>
            </a:r>
            <a:endParaRPr lang="es-PE" dirty="0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81F7E4B4-3276-7F58-D97D-B34B2FCFA7A5}"/>
              </a:ext>
            </a:extLst>
          </p:cNvPr>
          <p:cNvSpPr/>
          <p:nvPr/>
        </p:nvSpPr>
        <p:spPr>
          <a:xfrm>
            <a:off x="5058190" y="3635641"/>
            <a:ext cx="2881745" cy="51261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VITALIDAD </a:t>
            </a:r>
            <a:endParaRPr lang="es-PE" dirty="0"/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03C3D382-48F3-B757-E594-335B5D013F64}"/>
              </a:ext>
            </a:extLst>
          </p:cNvPr>
          <p:cNvSpPr/>
          <p:nvPr/>
        </p:nvSpPr>
        <p:spPr>
          <a:xfrm>
            <a:off x="5043054" y="4470790"/>
            <a:ext cx="2881745" cy="512618"/>
          </a:xfrm>
          <a:prstGeom prst="roundRect">
            <a:avLst/>
          </a:prstGeom>
          <a:solidFill>
            <a:srgbClr val="F175E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PRUDENCIA </a:t>
            </a:r>
            <a:endParaRPr lang="es-PE" dirty="0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C531AF10-0D80-BE94-85B0-DD9C53456D72}"/>
              </a:ext>
            </a:extLst>
          </p:cNvPr>
          <p:cNvSpPr/>
          <p:nvPr/>
        </p:nvSpPr>
        <p:spPr>
          <a:xfrm>
            <a:off x="5043053" y="5129306"/>
            <a:ext cx="2881745" cy="512618"/>
          </a:xfrm>
          <a:prstGeom prst="roundRect">
            <a:avLst/>
          </a:prstGeom>
          <a:solidFill>
            <a:srgbClr val="F175E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PERDÓN  </a:t>
            </a:r>
            <a:endParaRPr lang="es-PE" dirty="0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CDCB02EA-10F3-8253-C10D-493C4C38FE54}"/>
              </a:ext>
            </a:extLst>
          </p:cNvPr>
          <p:cNvSpPr/>
          <p:nvPr/>
        </p:nvSpPr>
        <p:spPr>
          <a:xfrm>
            <a:off x="5043050" y="5837868"/>
            <a:ext cx="2881745" cy="512618"/>
          </a:xfrm>
          <a:prstGeom prst="roundRect">
            <a:avLst/>
          </a:prstGeom>
          <a:solidFill>
            <a:srgbClr val="F175E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HUMILDAD </a:t>
            </a:r>
            <a:endParaRPr lang="es-PE" dirty="0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233AD58B-07C5-9BB8-5C3C-16CB729AEB96}"/>
              </a:ext>
            </a:extLst>
          </p:cNvPr>
          <p:cNvSpPr/>
          <p:nvPr/>
        </p:nvSpPr>
        <p:spPr>
          <a:xfrm>
            <a:off x="5043049" y="6432885"/>
            <a:ext cx="2881745" cy="512618"/>
          </a:xfrm>
          <a:prstGeom prst="roundRect">
            <a:avLst/>
          </a:prstGeom>
          <a:solidFill>
            <a:srgbClr val="F175E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AUTOCONTROL </a:t>
            </a:r>
            <a:endParaRPr lang="es-PE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F1874595-5D3E-1BC1-24DE-E4077FD12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9087" y="3017761"/>
            <a:ext cx="2502256" cy="1138604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3C774E4B-2D89-AC41-0AF2-43D06F3BD8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9087" y="4752336"/>
            <a:ext cx="2636693" cy="1800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1602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uadroTexto 12">
            <a:extLst>
              <a:ext uri="{FF2B5EF4-FFF2-40B4-BE49-F238E27FC236}">
                <a16:creationId xmlns:a16="http://schemas.microsoft.com/office/drawing/2014/main" id="{094318B6-5776-4F74-8790-C8AC96C1F8B9}"/>
              </a:ext>
            </a:extLst>
          </p:cNvPr>
          <p:cNvSpPr txBox="1"/>
          <p:nvPr/>
        </p:nvSpPr>
        <p:spPr>
          <a:xfrm>
            <a:off x="3828288" y="1520036"/>
            <a:ext cx="8246685" cy="467820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s-PE" sz="2800" dirty="0"/>
              <a:t>Soy Ana y hoy le conté a mi mamá sobre una experiencia que me pasó en la universidad y me parece que no actué muy bien .Lo que sucedió fue que mi compañera de grupo no pudo realizar la parte que le correspondía del trabajo y todos los demás del grupo tuvimos que asumir su parte .Sin preguntarle me acerqué a la docente y le dije lo sucedido muy molesta y que no me parece justo que tenga nota .Mi mamá lo único que me dijo fue ¿y te parece correcto como actuaste ? Debiste conversar con ella  primero…</a:t>
            </a:r>
          </a:p>
          <a:p>
            <a:endParaRPr lang="es-PE" dirty="0"/>
          </a:p>
        </p:txBody>
      </p:sp>
      <p:sp>
        <p:nvSpPr>
          <p:cNvPr id="8" name="Título 2">
            <a:extLst>
              <a:ext uri="{FF2B5EF4-FFF2-40B4-BE49-F238E27FC236}">
                <a16:creationId xmlns:a16="http://schemas.microsoft.com/office/drawing/2014/main" id="{1725B58C-C291-4D47-A6E7-84328F299233}"/>
              </a:ext>
            </a:extLst>
          </p:cNvPr>
          <p:cNvSpPr txBox="1">
            <a:spLocks/>
          </p:cNvSpPr>
          <p:nvPr/>
        </p:nvSpPr>
        <p:spPr>
          <a:xfrm>
            <a:off x="927889" y="659760"/>
            <a:ext cx="10336222" cy="45125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3000" b="1" i="0" kern="1200">
                <a:solidFill>
                  <a:schemeClr val="bg1"/>
                </a:solidFill>
                <a:latin typeface="Sharp Grotesk Bold 15" pitchFamily="2" charset="77"/>
                <a:ea typeface="+mj-ea"/>
                <a:cs typeface="+mj-cs"/>
              </a:defRPr>
            </a:lvl1pPr>
          </a:lstStyle>
          <a:p>
            <a:r>
              <a:rPr lang="es-PE" sz="320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CASO PRÁCTICO</a:t>
            </a:r>
          </a:p>
        </p:txBody>
      </p:sp>
      <p:pic>
        <p:nvPicPr>
          <p:cNvPr id="1026" name="Picture 2" descr="10,811 Estudiante Preocupado Fotos - Libres de Derechos y Gratuitas de  Dreamstime">
            <a:extLst>
              <a:ext uri="{FF2B5EF4-FFF2-40B4-BE49-F238E27FC236}">
                <a16:creationId xmlns:a16="http://schemas.microsoft.com/office/drawing/2014/main" id="{C1431792-E02F-4CAE-B539-4E954A370F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91" t="12957" r="15280" b="6833"/>
          <a:stretch/>
        </p:blipFill>
        <p:spPr bwMode="auto">
          <a:xfrm>
            <a:off x="117027" y="2292096"/>
            <a:ext cx="3689359" cy="3045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70849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ctrTitle"/>
          </p:nvPr>
        </p:nvSpPr>
        <p:spPr>
          <a:xfrm>
            <a:off x="418214" y="403086"/>
            <a:ext cx="10336222" cy="451256"/>
          </a:xfrm>
        </p:spPr>
        <p:txBody>
          <a:bodyPr/>
          <a:lstStyle/>
          <a:p>
            <a:r>
              <a:rPr lang="es-PE" dirty="0"/>
              <a:t>CASO PRÁCTICO:  Analicemos</a:t>
            </a:r>
          </a:p>
        </p:txBody>
      </p:sp>
      <p:sp>
        <p:nvSpPr>
          <p:cNvPr id="5" name="Marcador de contenido 5">
            <a:extLst>
              <a:ext uri="{FF2B5EF4-FFF2-40B4-BE49-F238E27FC236}">
                <a16:creationId xmlns:a16="http://schemas.microsoft.com/office/drawing/2014/main" id="{C31A2534-1584-4A62-B985-22DBB945060C}"/>
              </a:ext>
            </a:extLst>
          </p:cNvPr>
          <p:cNvSpPr txBox="1">
            <a:spLocks/>
          </p:cNvSpPr>
          <p:nvPr/>
        </p:nvSpPr>
        <p:spPr>
          <a:xfrm>
            <a:off x="927889" y="4634923"/>
            <a:ext cx="10336222" cy="98990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Telegraf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PE" sz="2000" dirty="0">
                <a:latin typeface="Arial" panose="020B0604020202020204" pitchFamily="34" charset="0"/>
                <a:cs typeface="Arial" panose="020B0604020202020204" pitchFamily="34" charset="0"/>
              </a:rPr>
              <a:t>3. ¿Qué fortaleza se evidencia en el consejo que le dio su madre a Ana?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s-PE" sz="2000" dirty="0">
              <a:latin typeface="Telegraf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s-PE" sz="2000" dirty="0">
              <a:latin typeface="Telegraf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s-PE" sz="2000" dirty="0">
              <a:latin typeface="Telegraf"/>
              <a:cs typeface="Arial" panose="020B0604020202020204" pitchFamily="34" charset="0"/>
            </a:endParaRPr>
          </a:p>
        </p:txBody>
      </p:sp>
      <p:sp>
        <p:nvSpPr>
          <p:cNvPr id="7" name="Marcador de contenido 5">
            <a:extLst>
              <a:ext uri="{FF2B5EF4-FFF2-40B4-BE49-F238E27FC236}">
                <a16:creationId xmlns:a16="http://schemas.microsoft.com/office/drawing/2014/main" id="{0C7B275C-6F7F-40DA-8B46-A3846858D9B0}"/>
              </a:ext>
            </a:extLst>
          </p:cNvPr>
          <p:cNvSpPr txBox="1">
            <a:spLocks/>
          </p:cNvSpPr>
          <p:nvPr/>
        </p:nvSpPr>
        <p:spPr>
          <a:xfrm>
            <a:off x="927889" y="1531555"/>
            <a:ext cx="10336222" cy="123011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Telegraf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AutoNum type="arabicPeriod"/>
            </a:pPr>
            <a:endParaRPr 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PE" sz="2000" dirty="0">
                <a:latin typeface="Arial" panose="020B0604020202020204" pitchFamily="34" charset="0"/>
                <a:cs typeface="Arial" panose="020B0604020202020204" pitchFamily="34" charset="0"/>
              </a:rPr>
              <a:t>1.     A partir de lo ocurrido, ¿crees que Ana hizo lo correcto y por qué ?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s-PE" sz="3200" dirty="0">
              <a:latin typeface="Telegraf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s-PE" sz="2000" dirty="0">
              <a:latin typeface="Telegraf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s-PE" sz="2000" dirty="0">
              <a:latin typeface="Telegraf"/>
              <a:cs typeface="Arial" panose="020B0604020202020204" pitchFamily="34" charset="0"/>
            </a:endParaRPr>
          </a:p>
        </p:txBody>
      </p:sp>
      <p:sp>
        <p:nvSpPr>
          <p:cNvPr id="9" name="Marcador de contenido 5">
            <a:extLst>
              <a:ext uri="{FF2B5EF4-FFF2-40B4-BE49-F238E27FC236}">
                <a16:creationId xmlns:a16="http://schemas.microsoft.com/office/drawing/2014/main" id="{E66A589D-BA74-42D4-B04E-C13B479279F0}"/>
              </a:ext>
            </a:extLst>
          </p:cNvPr>
          <p:cNvSpPr txBox="1">
            <a:spLocks/>
          </p:cNvSpPr>
          <p:nvPr/>
        </p:nvSpPr>
        <p:spPr>
          <a:xfrm>
            <a:off x="927889" y="2673864"/>
            <a:ext cx="10336222" cy="98990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Telegraf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PE" sz="2000" dirty="0">
                <a:latin typeface="Arial" panose="020B0604020202020204" pitchFamily="34" charset="0"/>
                <a:cs typeface="Arial" panose="020B0604020202020204" pitchFamily="34" charset="0"/>
              </a:rPr>
              <a:t>2.    ¿Qué fortaleza le faltó a Ana ante una situación como esta ?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s-PE" sz="2000" dirty="0">
              <a:latin typeface="Telegraf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s-PE" sz="2000" dirty="0">
              <a:latin typeface="Telegraf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s-PE" sz="2000" dirty="0">
              <a:latin typeface="Telegraf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s-PE" sz="2000" dirty="0">
              <a:latin typeface="Telegraf"/>
              <a:cs typeface="Arial" panose="020B0604020202020204" pitchFamily="34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12AF3366-310C-4B84-B9B7-C1DAE3E7D361}"/>
              </a:ext>
            </a:extLst>
          </p:cNvPr>
          <p:cNvSpPr/>
          <p:nvPr/>
        </p:nvSpPr>
        <p:spPr>
          <a:xfrm>
            <a:off x="1517715" y="3663773"/>
            <a:ext cx="2309567" cy="568862"/>
          </a:xfrm>
          <a:prstGeom prst="round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000" dirty="0">
                <a:solidFill>
                  <a:schemeClr val="tx1"/>
                </a:solidFill>
              </a:rPr>
              <a:t>Vitalidad</a:t>
            </a:r>
            <a:endParaRPr lang="es-PE" sz="2000" dirty="0">
              <a:solidFill>
                <a:schemeClr val="tx1"/>
              </a:solidFill>
            </a:endParaRP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7E3E5931-D2A8-4011-A60F-B94DDC5278C0}"/>
              </a:ext>
            </a:extLst>
          </p:cNvPr>
          <p:cNvSpPr/>
          <p:nvPr/>
        </p:nvSpPr>
        <p:spPr>
          <a:xfrm>
            <a:off x="4417108" y="3663773"/>
            <a:ext cx="2309567" cy="568862"/>
          </a:xfrm>
          <a:prstGeom prst="round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000" dirty="0">
                <a:solidFill>
                  <a:schemeClr val="tx1"/>
                </a:solidFill>
              </a:rPr>
              <a:t>Inteligencia social</a:t>
            </a:r>
            <a:endParaRPr lang="es-PE" sz="2000" dirty="0">
              <a:solidFill>
                <a:schemeClr val="tx1"/>
              </a:solidFill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AD56EC66-3986-4322-B2BC-35DC3A0D5966}"/>
              </a:ext>
            </a:extLst>
          </p:cNvPr>
          <p:cNvSpPr/>
          <p:nvPr/>
        </p:nvSpPr>
        <p:spPr>
          <a:xfrm>
            <a:off x="7316501" y="3663773"/>
            <a:ext cx="2309567" cy="568862"/>
          </a:xfrm>
          <a:prstGeom prst="round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000" dirty="0">
                <a:solidFill>
                  <a:schemeClr val="tx1"/>
                </a:solidFill>
              </a:rPr>
              <a:t>Perdón</a:t>
            </a:r>
            <a:endParaRPr lang="es-PE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14902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0FDD625-9130-4E96-BD8E-966B307FD9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501" t="27203" r="14500" b="29042"/>
          <a:stretch/>
        </p:blipFill>
        <p:spPr>
          <a:xfrm>
            <a:off x="2197951" y="3200473"/>
            <a:ext cx="3291840" cy="3521050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EEB9A62A-6BDB-5346-90C7-926565C9FF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ESTRATEGIAS Y HERRAMIENTAS DE LA PSICOLOGÍA POSITIVA</a:t>
            </a:r>
            <a:endParaRPr lang="es-PE" dirty="0"/>
          </a:p>
        </p:txBody>
      </p:sp>
      <p:sp>
        <p:nvSpPr>
          <p:cNvPr id="10" name="Marcador de contenido 4">
            <a:extLst>
              <a:ext uri="{FF2B5EF4-FFF2-40B4-BE49-F238E27FC236}">
                <a16:creationId xmlns:a16="http://schemas.microsoft.com/office/drawing/2014/main" id="{BCF7F98C-7752-4250-A000-900DB715BBC2}"/>
              </a:ext>
            </a:extLst>
          </p:cNvPr>
          <p:cNvSpPr txBox="1">
            <a:spLocks/>
          </p:cNvSpPr>
          <p:nvPr/>
        </p:nvSpPr>
        <p:spPr>
          <a:xfrm>
            <a:off x="6955992" y="5276272"/>
            <a:ext cx="3936190" cy="1178642"/>
          </a:xfrm>
          <a:prstGeom prst="rect">
            <a:avLst/>
          </a:prstGeom>
        </p:spPr>
        <p:txBody>
          <a:bodyPr/>
          <a:lstStyle>
            <a:lvl1pPr marL="424373" indent="-424373" algn="l" defTabSz="113166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9475" indent="-353644" algn="l" defTabSz="113166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14577" indent="-282915" algn="l" defTabSz="113166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80408" indent="-282915" algn="l" defTabSz="113166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46238" indent="-282915" algn="l" defTabSz="113166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12069" indent="-282915" algn="l" defTabSz="113166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77900" indent="-282915" algn="l" defTabSz="113166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43730" indent="-282915" algn="l" defTabSz="113166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09561" indent="-282915" algn="l" defTabSz="113166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000" b="1" dirty="0">
                <a:highlight>
                  <a:srgbClr val="99FF99"/>
                </a:highlight>
                <a:latin typeface="Segoe Print" panose="02000600000000000000" pitchFamily="2" charset="0"/>
                <a:cs typeface="Arial" panose="020B0604020202020204" pitchFamily="34" charset="0"/>
              </a:rPr>
              <a:t>¡</a:t>
            </a:r>
            <a:r>
              <a:rPr lang="es-ES" sz="1800" b="1" dirty="0">
                <a:highlight>
                  <a:srgbClr val="99FF99"/>
                </a:highlight>
                <a:latin typeface="Segoe Print" panose="02000600000000000000" pitchFamily="2" charset="0"/>
                <a:cs typeface="Arial" panose="020B0604020202020204" pitchFamily="34" charset="0"/>
              </a:rPr>
              <a:t>Mejora tus relaciones interterpersonales poniendo en práctica las fortalezas!</a:t>
            </a:r>
          </a:p>
        </p:txBody>
      </p:sp>
      <p:pic>
        <p:nvPicPr>
          <p:cNvPr id="11" name="Picture 2" descr="MANOS A LA OBRA | Andrés Paz">
            <a:extLst>
              <a:ext uri="{FF2B5EF4-FFF2-40B4-BE49-F238E27FC236}">
                <a16:creationId xmlns:a16="http://schemas.microsoft.com/office/drawing/2014/main" id="{3DFEDBF6-B5F9-462B-81A1-F724D844A9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415" b="98049" l="800" r="95680">
                        <a14:foregroundMark x1="41440" y1="7480" x2="41440" y2="7480"/>
                        <a14:foregroundMark x1="47840" y1="3415" x2="47840" y2="3415"/>
                        <a14:foregroundMark x1="44160" y1="93008" x2="44160" y2="93008"/>
                        <a14:foregroundMark x1="5120" y1="43902" x2="5120" y2="43902"/>
                        <a14:foregroundMark x1="95680" y1="44390" x2="95680" y2="44390"/>
                        <a14:foregroundMark x1="50720" y1="98211" x2="50720" y2="98211"/>
                        <a14:foregroundMark x1="800" y1="50569" x2="800" y2="50569"/>
                        <a14:foregroundMark x1="1440" y1="52195" x2="1440" y2="52195"/>
                        <a14:foregroundMark x1="2080" y1="48130" x2="2080" y2="48130"/>
                        <a14:backgroundMark x1="12640" y1="14634" x2="12640" y2="14634"/>
                        <a14:backgroundMark x1="12640" y1="14634" x2="12640" y2="14634"/>
                        <a14:backgroundMark x1="12640" y1="14634" x2="12640" y2="14634"/>
                        <a14:backgroundMark x1="12640" y1="14634" x2="12640" y2="14634"/>
                        <a14:backgroundMark x1="50720" y1="7480" x2="50720" y2="7480"/>
                        <a14:backgroundMark x1="50720" y1="7480" x2="50720" y2="7480"/>
                        <a14:backgroundMark x1="50720" y1="7480" x2="50720" y2="7480"/>
                        <a14:backgroundMark x1="20960" y1="12033" x2="20960" y2="12033"/>
                        <a14:backgroundMark x1="9440" y1="81626" x2="9440" y2="81626"/>
                        <a14:backgroundMark x1="50240" y1="92195" x2="50240" y2="92195"/>
                        <a14:backgroundMark x1="83520" y1="88130" x2="83520" y2="88130"/>
                        <a14:backgroundMark x1="86080" y1="16423" x2="86080" y2="1642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150" y="4206938"/>
            <a:ext cx="954962" cy="939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E3272648-AC5B-4AE2-81CB-5B2945821554}"/>
              </a:ext>
            </a:extLst>
          </p:cNvPr>
          <p:cNvSpPr txBox="1"/>
          <p:nvPr/>
        </p:nvSpPr>
        <p:spPr>
          <a:xfrm>
            <a:off x="7067555" y="4614933"/>
            <a:ext cx="20051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Herramienta</a:t>
            </a:r>
            <a:r>
              <a:rPr lang="es-PE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PE" sz="2000" dirty="0">
              <a:solidFill>
                <a:srgbClr val="FF0000"/>
              </a:solidFill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8D2E68E-8AE3-4979-B29C-98CB773E9EF6}"/>
              </a:ext>
            </a:extLst>
          </p:cNvPr>
          <p:cNvSpPr txBox="1"/>
          <p:nvPr/>
        </p:nvSpPr>
        <p:spPr>
          <a:xfrm>
            <a:off x="1827574" y="1645789"/>
            <a:ext cx="19849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Estrategia para la vida</a:t>
            </a:r>
          </a:p>
        </p:txBody>
      </p:sp>
      <p:pic>
        <p:nvPicPr>
          <p:cNvPr id="19" name="Picture 6" descr="Target free vector icons designed by Freepik | Icono gratis, Iconos, Arte  del bosquejo">
            <a:extLst>
              <a:ext uri="{FF2B5EF4-FFF2-40B4-BE49-F238E27FC236}">
                <a16:creationId xmlns:a16="http://schemas.microsoft.com/office/drawing/2014/main" id="{48C46B7A-32A7-4CB2-84E0-4012BB3F80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-230698" y="1473974"/>
            <a:ext cx="2178591" cy="118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AA1F9BD5-DDCA-4AD0-AB53-C7EF281EA222}"/>
              </a:ext>
            </a:extLst>
          </p:cNvPr>
          <p:cNvSpPr txBox="1"/>
          <p:nvPr/>
        </p:nvSpPr>
        <p:spPr>
          <a:xfrm>
            <a:off x="356319" y="3038370"/>
            <a:ext cx="23746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s-ES" sz="2400" b="1" dirty="0">
                <a:highlight>
                  <a:srgbClr val="99FF99"/>
                </a:highlight>
                <a:latin typeface="Segoe Print" panose="02000600000000000000" pitchFamily="2" charset="0"/>
                <a:cs typeface="Arial" panose="020B0604020202020204" pitchFamily="34" charset="0"/>
              </a:rPr>
              <a:t>¡Desarrolla las habilidades del carácter!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533DFB5-5833-E311-28BD-883E42671D12}"/>
              </a:ext>
            </a:extLst>
          </p:cNvPr>
          <p:cNvSpPr txBox="1"/>
          <p:nvPr/>
        </p:nvSpPr>
        <p:spPr>
          <a:xfrm>
            <a:off x="7199601" y="2519194"/>
            <a:ext cx="32001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s-ES" sz="2400" b="1" dirty="0">
                <a:highlight>
                  <a:srgbClr val="99FF99"/>
                </a:highlight>
                <a:latin typeface="Segoe Print" panose="02000600000000000000" pitchFamily="2" charset="0"/>
                <a:cs typeface="Arial" panose="020B0604020202020204" pitchFamily="34" charset="0"/>
              </a:rPr>
              <a:t>¡Ser feliz depende de ti !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A9515B0-741C-6123-ABEE-998AF83919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1654" y="1408900"/>
            <a:ext cx="2220588" cy="2220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8971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98913092-809C-EA42-8BA9-4BD6D7AB4C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/>
              <a:t>EVALUACIÓN</a:t>
            </a:r>
          </a:p>
        </p:txBody>
      </p:sp>
      <p:sp>
        <p:nvSpPr>
          <p:cNvPr id="7" name="Marcador de contenido 9">
            <a:extLst>
              <a:ext uri="{FF2B5EF4-FFF2-40B4-BE49-F238E27FC236}">
                <a16:creationId xmlns:a16="http://schemas.microsoft.com/office/drawing/2014/main" id="{0B628BF8-E047-44AC-A25B-5AD644DCC9AC}"/>
              </a:ext>
            </a:extLst>
          </p:cNvPr>
          <p:cNvSpPr txBox="1">
            <a:spLocks/>
          </p:cNvSpPr>
          <p:nvPr/>
        </p:nvSpPr>
        <p:spPr>
          <a:xfrm>
            <a:off x="709684" y="1592961"/>
            <a:ext cx="8543498" cy="682389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2800" b="1" dirty="0">
                <a:solidFill>
                  <a:schemeClr val="bg1"/>
                </a:solidFill>
                <a:latin typeface="Telegraf" panose="00000500000000000000"/>
                <a:cs typeface="Arial" panose="020B0604020202020204" pitchFamily="34" charset="0"/>
              </a:rPr>
              <a:t>Usa tu dispositivo móvil</a:t>
            </a:r>
          </a:p>
          <a:p>
            <a:pPr>
              <a:defRPr/>
            </a:pPr>
            <a:r>
              <a:rPr lang="en-US" sz="2800" dirty="0">
                <a:solidFill>
                  <a:schemeClr val="bg1"/>
                </a:solidFill>
                <a:latin typeface="Telegraf" panose="00000500000000000000"/>
                <a:ea typeface="Roboto" pitchFamily="2" charset="0"/>
                <a:cs typeface="Arial" panose="020B0604020202020204" pitchFamily="34" charset="0"/>
              </a:rPr>
              <a:t>Ingresa el PIN, y regístrate con tu nombre</a:t>
            </a:r>
          </a:p>
          <a:p>
            <a:pPr>
              <a:defRPr/>
            </a:pPr>
            <a:endParaRPr lang="es-AR" sz="1495" dirty="0">
              <a:solidFill>
                <a:schemeClr val="bg1"/>
              </a:solidFill>
              <a:latin typeface="Telegraf" panose="00000500000000000000"/>
              <a:cs typeface="Arial" panose="020B0604020202020204" pitchFamily="34" charset="0"/>
            </a:endParaRP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71715C9-D928-42F2-926A-A43E048FC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5" name="Picture 2" descr="QUIZZ Quiz - Quizizz">
            <a:extLst>
              <a:ext uri="{FF2B5EF4-FFF2-40B4-BE49-F238E27FC236}">
                <a16:creationId xmlns:a16="http://schemas.microsoft.com/office/drawing/2014/main" id="{4C6894FB-5DD9-41D0-BF0E-C1F7E2C620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1502" y="2694808"/>
            <a:ext cx="7487516" cy="3760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82716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ctrTitle"/>
          </p:nvPr>
        </p:nvSpPr>
        <p:spPr>
          <a:xfrm>
            <a:off x="4301283" y="342709"/>
            <a:ext cx="9144000" cy="451256"/>
          </a:xfrm>
        </p:spPr>
        <p:txBody>
          <a:bodyPr/>
          <a:lstStyle/>
          <a:p>
            <a:r>
              <a:rPr lang="es-PE" dirty="0"/>
              <a:t>CONCLUSIONES</a:t>
            </a:r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DF1A47C2-21B4-4772-A531-2361A9D8AA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3736165"/>
              </p:ext>
            </p:extLst>
          </p:nvPr>
        </p:nvGraphicFramePr>
        <p:xfrm>
          <a:off x="0" y="1073150"/>
          <a:ext cx="11290300" cy="74503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6A88A115-0878-4EB6-AEB0-FFE520C8E3B7}"/>
              </a:ext>
            </a:extLst>
          </p:cNvPr>
          <p:cNvSpPr txBox="1"/>
          <p:nvPr/>
        </p:nvSpPr>
        <p:spPr>
          <a:xfrm>
            <a:off x="192744" y="948975"/>
            <a:ext cx="810035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ES" sz="1600" b="1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6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 DE LA SESIÓN:</a:t>
            </a:r>
          </a:p>
          <a:p>
            <a:r>
              <a:rPr lang="es-ES" sz="16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Identificar la importancia de las fortalezas del carácter y su vinculación con el bienestar subjetivo y la felicidad.</a:t>
            </a:r>
          </a:p>
          <a:p>
            <a:endParaRPr lang="es-ES" sz="1600" b="1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6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Reconocer las fortalezas del carácter que contribuyen a la construcción de las relaciones interpersonales positivas y al bienestar sostenible.</a:t>
            </a:r>
          </a:p>
        </p:txBody>
      </p:sp>
      <p:pic>
        <p:nvPicPr>
          <p:cNvPr id="2050" name="Picture 2" descr="Cómo mantener buenas relaciones interpersonales - trucos en habilidades  sociales">
            <a:extLst>
              <a:ext uri="{FF2B5EF4-FFF2-40B4-BE49-F238E27FC236}">
                <a16:creationId xmlns:a16="http://schemas.microsoft.com/office/drawing/2014/main" id="{AC57CB89-1682-473E-A256-98D608D811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14"/>
          <a:stretch/>
        </p:blipFill>
        <p:spPr bwMode="auto">
          <a:xfrm>
            <a:off x="8485844" y="1219200"/>
            <a:ext cx="2723071" cy="1664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43207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>
          <a:xfrm>
            <a:off x="418214" y="1681906"/>
            <a:ext cx="10563823" cy="4623301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b="1" dirty="0"/>
              <a:t>Para ampliar tus aprendizajes puedes revisar:</a:t>
            </a:r>
          </a:p>
          <a:p>
            <a:r>
              <a:rPr lang="es-PE" sz="2200" dirty="0">
                <a:hlinkClick r:id="rId2"/>
              </a:rPr>
              <a:t>https://upn.blackboard.com/ultra/courses/_1442897_1/outline/lti/launchFrame?toolHref=https:~2F~2Fupn.blackboard.com~2Fwebapps~2Fblackboard~2Fexecute~2Fblti~2FlaunchLink%3Fcourse_id%3D_1442897_1%26content_id%3D_21116839_1%26from_ultra%3Dtrue</a:t>
            </a:r>
            <a:r>
              <a:rPr lang="es-PE" sz="2200" dirty="0"/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b="1" dirty="0"/>
              <a:t>Cumple oportunamente con la </a:t>
            </a:r>
            <a:r>
              <a:rPr lang="es-PE" b="1" dirty="0">
                <a:solidFill>
                  <a:srgbClr val="C00000"/>
                </a:solidFill>
              </a:rPr>
              <a:t>Evaluación calificada T3</a:t>
            </a:r>
          </a:p>
          <a:p>
            <a:r>
              <a:rPr lang="es-PE" b="1" dirty="0"/>
              <a:t>      </a:t>
            </a:r>
            <a:r>
              <a:rPr lang="es-PE" dirty="0"/>
              <a:t>El plazo vence el lunes 30 de mayo a las 13:00 h.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b="1" dirty="0"/>
              <a:t>Avances para la próxima semana</a:t>
            </a:r>
          </a:p>
          <a:p>
            <a:pPr marL="457200" lvl="1" indent="0">
              <a:buNone/>
            </a:pPr>
            <a:r>
              <a:rPr lang="es-PE" dirty="0"/>
              <a:t>Revisa el </a:t>
            </a:r>
            <a:r>
              <a:rPr lang="es-PE" b="1" dirty="0"/>
              <a:t>Módulo 10</a:t>
            </a:r>
            <a:r>
              <a:rPr lang="es-PE" dirty="0"/>
              <a:t>: Factores sociodemográficos asociados a la felicidad, antes de venir </a:t>
            </a:r>
            <a:r>
              <a:rPr lang="es-PE"/>
              <a:t>a clases.</a:t>
            </a:r>
            <a:endParaRPr lang="es-PE" dirty="0"/>
          </a:p>
          <a:p>
            <a:endParaRPr lang="es-PE" sz="1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b="1" dirty="0"/>
              <a:t>Revisa</a:t>
            </a:r>
            <a:r>
              <a:rPr lang="en-US" b="1" dirty="0"/>
              <a:t> los </a:t>
            </a:r>
            <a:r>
              <a:rPr lang="es-PE" b="1" dirty="0"/>
              <a:t>Anuncios</a:t>
            </a:r>
            <a:r>
              <a:rPr lang="en-US" b="1" dirty="0"/>
              <a:t> en el aula virtual, a </a:t>
            </a:r>
            <a:r>
              <a:rPr lang="es-PE" b="1" dirty="0"/>
              <a:t>partir</a:t>
            </a:r>
            <a:r>
              <a:rPr lang="en-US" b="1" dirty="0"/>
              <a:t> del día lunes</a:t>
            </a:r>
            <a:endParaRPr lang="es-PE" dirty="0"/>
          </a:p>
          <a:p>
            <a:endParaRPr lang="es-PE" dirty="0"/>
          </a:p>
        </p:txBody>
      </p:sp>
      <p:sp>
        <p:nvSpPr>
          <p:cNvPr id="3" name="Título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/>
              <a:t>AMPLIACIÓN DE APRENDIZAJES</a:t>
            </a:r>
          </a:p>
        </p:txBody>
      </p:sp>
      <p:sp>
        <p:nvSpPr>
          <p:cNvPr id="4" name="Rectángulo 3"/>
          <p:cNvSpPr/>
          <p:nvPr/>
        </p:nvSpPr>
        <p:spPr>
          <a:xfrm>
            <a:off x="3048000" y="2967335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6151745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/>
              <a:t>BIBLIOGRAFÍA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37031D0-1AFE-55B7-0896-9B72F44A21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623" y="2049056"/>
            <a:ext cx="8726632" cy="3138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1849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EEB9A62A-6BDB-5346-90C7-926565C9FF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Avisos y preguntas frecuentes</a:t>
            </a:r>
            <a:endParaRPr lang="es-PE" dirty="0"/>
          </a:p>
        </p:txBody>
      </p:sp>
      <p:pic>
        <p:nvPicPr>
          <p:cNvPr id="4" name="Picture 4" descr="Resultado de imagen para icono de preguntas">
            <a:extLst>
              <a:ext uri="{FF2B5EF4-FFF2-40B4-BE49-F238E27FC236}">
                <a16:creationId xmlns:a16="http://schemas.microsoft.com/office/drawing/2014/main" id="{7DDAB82D-2CA3-49E6-9014-B60720F9CB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595" y="2391591"/>
            <a:ext cx="3352800" cy="3473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3BA00A30-B0E3-437C-B763-6D3C1C3CC6E2}"/>
              </a:ext>
            </a:extLst>
          </p:cNvPr>
          <p:cNvSpPr txBox="1">
            <a:spLocks/>
          </p:cNvSpPr>
          <p:nvPr/>
        </p:nvSpPr>
        <p:spPr>
          <a:xfrm>
            <a:off x="4058152" y="2399906"/>
            <a:ext cx="6705599" cy="2590800"/>
          </a:xfrm>
          <a:prstGeom prst="rect">
            <a:avLst/>
          </a:prstGeom>
        </p:spPr>
        <p:txBody>
          <a:bodyPr/>
          <a:lstStyle>
            <a:lvl1pPr marL="424373" indent="-424373" algn="l" defTabSz="113166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9475" indent="-353644" algn="l" defTabSz="113166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14577" indent="-282915" algn="l" defTabSz="113166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80408" indent="-282915" algn="l" defTabSz="113166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46238" indent="-282915" algn="l" defTabSz="113166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12069" indent="-282915" algn="l" defTabSz="113166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77900" indent="-282915" algn="l" defTabSz="113166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43730" indent="-282915" algn="l" defTabSz="113166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09561" indent="-282915" algn="l" defTabSz="113166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Tx/>
              <a:buNone/>
            </a:pPr>
            <a:r>
              <a:rPr lang="es-PE" altLang="es-PE" sz="3600" dirty="0"/>
              <a:t>Realice consultas a través del chat o solicita al docente activar el micrófono para participar.</a:t>
            </a:r>
          </a:p>
          <a:p>
            <a:pPr marL="0" indent="0" algn="ctr">
              <a:buFontTx/>
              <a:buNone/>
            </a:pPr>
            <a:endParaRPr lang="es-PE" altLang="es-PE" sz="3600" dirty="0"/>
          </a:p>
          <a:p>
            <a:pPr marL="0" indent="0" algn="ctr">
              <a:buFontTx/>
              <a:buNone/>
            </a:pPr>
            <a:r>
              <a:rPr lang="es-PE" altLang="es-PE" sz="2400" dirty="0">
                <a:solidFill>
                  <a:srgbClr val="FFC000"/>
                </a:solidFill>
              </a:rPr>
              <a:t>También podrás enviar sus consultas a través de la sección MENSAJES y te responderé en 24 horas.</a:t>
            </a:r>
          </a:p>
        </p:txBody>
      </p:sp>
    </p:spTree>
    <p:extLst>
      <p:ext uri="{BB962C8B-B14F-4D97-AF65-F5344CB8AC3E}">
        <p14:creationId xmlns:p14="http://schemas.microsoft.com/office/powerpoint/2010/main" val="4299769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33699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1532</TotalTime>
  <Words>917</Words>
  <Application>Microsoft Office PowerPoint</Application>
  <PresentationFormat>Panorámica</PresentationFormat>
  <Paragraphs>130</Paragraphs>
  <Slides>22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31" baseType="lpstr">
      <vt:lpstr>Arial</vt:lpstr>
      <vt:lpstr>Calibri</vt:lpstr>
      <vt:lpstr>Segoe Print</vt:lpstr>
      <vt:lpstr>Sharp Grotesk Bold 15</vt:lpstr>
      <vt:lpstr>Sharp Grotesk Book 20</vt:lpstr>
      <vt:lpstr>Sharp Grotesk SemiBold 15</vt:lpstr>
      <vt:lpstr>Telegraf</vt:lpstr>
      <vt:lpstr>Wingdings</vt:lpstr>
      <vt:lpstr>Tema de Office</vt:lpstr>
      <vt:lpstr>Presentación de PowerPoint</vt:lpstr>
      <vt:lpstr>Psicología de la Felicidad</vt:lpstr>
      <vt:lpstr>Módulo 09</vt:lpstr>
      <vt:lpstr>Bienvenidos</vt:lpstr>
      <vt:lpstr>Estructura de la sesión</vt:lpstr>
      <vt:lpstr>APRENDIZAJE ESPERADO  Y CONTENIDO DEL MÓDULO </vt:lpstr>
      <vt:lpstr>OBJETIVOS DE LA SESIÓN </vt:lpstr>
      <vt:lpstr>VERIFICACIÓN DE APRENDIZAJE AUTÓNOMO </vt:lpstr>
      <vt:lpstr>!FELICITACIONES POR PARTICIPAR EN EL FORO 5!</vt:lpstr>
      <vt:lpstr>Fortalezas del carácter</vt:lpstr>
      <vt:lpstr>Presentación de PowerPoint</vt:lpstr>
      <vt:lpstr>Presentación de PowerPoint</vt:lpstr>
      <vt:lpstr>Presentación de PowerPoint</vt:lpstr>
      <vt:lpstr>Presentación de PowerPoint</vt:lpstr>
      <vt:lpstr>CASO PRÁCTICO:  Analicemos</vt:lpstr>
      <vt:lpstr>ESTRATEGIAS Y HERRAMIENTAS DE LA PSICOLOGÍA POSITIVA</vt:lpstr>
      <vt:lpstr>EVALUACIÓN</vt:lpstr>
      <vt:lpstr>CONCLUSIONES</vt:lpstr>
      <vt:lpstr>AMPLIACIÓN DE APRENDIZAJES</vt:lpstr>
      <vt:lpstr>BIBLIOGRAFÍA</vt:lpstr>
      <vt:lpstr>Avisos y preguntas frecuentes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aaron valero perez</dc:creator>
  <cp:lastModifiedBy>Ana Lázaro A.</cp:lastModifiedBy>
  <cp:revision>93</cp:revision>
  <dcterms:created xsi:type="dcterms:W3CDTF">2021-09-06T20:10:03Z</dcterms:created>
  <dcterms:modified xsi:type="dcterms:W3CDTF">2022-05-26T22:44:34Z</dcterms:modified>
</cp:coreProperties>
</file>